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1"/>
  </p:notesMasterIdLst>
  <p:handoutMasterIdLst>
    <p:handoutMasterId r:id="rId32"/>
  </p:handoutMasterIdLst>
  <p:sldIdLst>
    <p:sldId id="257" r:id="rId5"/>
    <p:sldId id="259" r:id="rId6"/>
    <p:sldId id="372" r:id="rId7"/>
    <p:sldId id="364" r:id="rId8"/>
    <p:sldId id="366" r:id="rId9"/>
    <p:sldId id="375" r:id="rId10"/>
    <p:sldId id="374" r:id="rId11"/>
    <p:sldId id="369" r:id="rId12"/>
    <p:sldId id="363" r:id="rId13"/>
    <p:sldId id="365" r:id="rId14"/>
    <p:sldId id="367" r:id="rId15"/>
    <p:sldId id="360" r:id="rId16"/>
    <p:sldId id="373" r:id="rId17"/>
    <p:sldId id="376" r:id="rId18"/>
    <p:sldId id="377" r:id="rId19"/>
    <p:sldId id="378" r:id="rId20"/>
    <p:sldId id="379" r:id="rId21"/>
    <p:sldId id="380" r:id="rId22"/>
    <p:sldId id="362" r:id="rId23"/>
    <p:sldId id="355" r:id="rId24"/>
    <p:sldId id="356" r:id="rId25"/>
    <p:sldId id="357" r:id="rId26"/>
    <p:sldId id="358" r:id="rId27"/>
    <p:sldId id="359" r:id="rId28"/>
    <p:sldId id="361" r:id="rId29"/>
    <p:sldId id="296"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vid Cleres" initials="DC" lastIdx="1" clrIdx="0">
    <p:extLst>
      <p:ext uri="{19B8F6BF-5375-455C-9EA6-DF929625EA0E}">
        <p15:presenceInfo xmlns:p15="http://schemas.microsoft.com/office/powerpoint/2012/main" userId="S::david.cleres@epfl.ch::e72f29eb-0d75-482e-94fb-85b0d1878d8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AE2B"/>
    <a:srgbClr val="375250"/>
    <a:srgbClr val="3B5753"/>
    <a:srgbClr val="201E44"/>
    <a:srgbClr val="5D7683"/>
    <a:srgbClr val="4E9799"/>
    <a:srgbClr val="DBDBDB"/>
    <a:srgbClr val="DCDA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F925B8-F4C0-02EE-EF37-636AD2769B2B}" v="29" dt="2026-09-20T16:34:25.31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954"/>
    <p:restoredTop sz="85477"/>
  </p:normalViewPr>
  <p:slideViewPr>
    <p:cSldViewPr snapToGrid="0" snapToObjects="1">
      <p:cViewPr varScale="1">
        <p:scale>
          <a:sx n="107" d="100"/>
          <a:sy n="107" d="100"/>
        </p:scale>
        <p:origin x="1320" y="160"/>
      </p:cViewPr>
      <p:guideLst/>
    </p:cSldViewPr>
  </p:slideViewPr>
  <p:notesTextViewPr>
    <p:cViewPr>
      <p:scale>
        <a:sx n="1" d="1"/>
        <a:sy n="1" d="1"/>
      </p:scale>
      <p:origin x="0" y="0"/>
    </p:cViewPr>
  </p:notesTextViewPr>
  <p:notesViewPr>
    <p:cSldViewPr snapToGrid="0" snapToObjects="1">
      <p:cViewPr varScale="1">
        <p:scale>
          <a:sx n="229" d="100"/>
          <a:sy n="229" d="100"/>
        </p:scale>
        <p:origin x="200" y="15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E4DEB3C-60A0-C148-A4C4-1DED253E20D4}"/>
              </a:ext>
            </a:extLst>
          </p:cNvPr>
          <p:cNvSpPr>
            <a:spLocks noGrp="1"/>
          </p:cNvSpPr>
          <p:nvPr>
            <p:ph type="hdr" sz="quarter"/>
          </p:nvPr>
        </p:nvSpPr>
        <p:spPr>
          <a:xfrm>
            <a:off x="3" y="0"/>
            <a:ext cx="2973459" cy="66027"/>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C59BA4C-9E81-BD49-9D35-35DE65733C8C}"/>
              </a:ext>
            </a:extLst>
          </p:cNvPr>
          <p:cNvSpPr>
            <a:spLocks noGrp="1"/>
          </p:cNvSpPr>
          <p:nvPr>
            <p:ph type="dt" sz="quarter" idx="1"/>
          </p:nvPr>
        </p:nvSpPr>
        <p:spPr>
          <a:xfrm>
            <a:off x="3884546" y="0"/>
            <a:ext cx="2973454" cy="66027"/>
          </a:xfrm>
          <a:prstGeom prst="rect">
            <a:avLst/>
          </a:prstGeom>
        </p:spPr>
        <p:txBody>
          <a:bodyPr vert="horz" lIns="91440" tIns="45720" rIns="91440" bIns="45720" rtlCol="0"/>
          <a:lstStyle>
            <a:lvl1pPr algn="r">
              <a:defRPr sz="1200"/>
            </a:lvl1pPr>
          </a:lstStyle>
          <a:p>
            <a:fld id="{F9067F1C-366C-E843-AB28-7B3C63BD4423}" type="datetimeFigureOut">
              <a:rPr lang="en-US" smtClean="0"/>
              <a:t>9/20/2026</a:t>
            </a:fld>
            <a:endParaRPr lang="en-US"/>
          </a:p>
        </p:txBody>
      </p:sp>
      <p:sp>
        <p:nvSpPr>
          <p:cNvPr id="4" name="Footer Placeholder 3">
            <a:extLst>
              <a:ext uri="{FF2B5EF4-FFF2-40B4-BE49-F238E27FC236}">
                <a16:creationId xmlns:a16="http://schemas.microsoft.com/office/drawing/2014/main" id="{AC96561D-5559-814C-8E23-F60F92DE7D71}"/>
              </a:ext>
            </a:extLst>
          </p:cNvPr>
          <p:cNvSpPr>
            <a:spLocks noGrp="1"/>
          </p:cNvSpPr>
          <p:nvPr>
            <p:ph type="ftr" sz="quarter" idx="2"/>
          </p:nvPr>
        </p:nvSpPr>
        <p:spPr>
          <a:xfrm>
            <a:off x="3" y="1248423"/>
            <a:ext cx="2973459" cy="6602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A072FAE-8D25-594F-A27C-D3A1ECE44A81}"/>
              </a:ext>
            </a:extLst>
          </p:cNvPr>
          <p:cNvSpPr>
            <a:spLocks noGrp="1"/>
          </p:cNvSpPr>
          <p:nvPr>
            <p:ph type="sldNum" sz="quarter" idx="3"/>
          </p:nvPr>
        </p:nvSpPr>
        <p:spPr>
          <a:xfrm>
            <a:off x="3884546" y="1248423"/>
            <a:ext cx="2973454" cy="66027"/>
          </a:xfrm>
          <a:prstGeom prst="rect">
            <a:avLst/>
          </a:prstGeom>
        </p:spPr>
        <p:txBody>
          <a:bodyPr vert="horz" lIns="91440" tIns="45720" rIns="91440" bIns="45720" rtlCol="0" anchor="b"/>
          <a:lstStyle>
            <a:lvl1pPr algn="r">
              <a:defRPr sz="1200"/>
            </a:lvl1pPr>
          </a:lstStyle>
          <a:p>
            <a:fld id="{9B9C2164-1B0F-8D4D-9C80-6F6FA65C380B}" type="slidenum">
              <a:rPr lang="en-US" smtClean="0"/>
              <a:t>‹#›</a:t>
            </a:fld>
            <a:endParaRPr lang="en-US"/>
          </a:p>
        </p:txBody>
      </p:sp>
    </p:spTree>
    <p:extLst>
      <p:ext uri="{BB962C8B-B14F-4D97-AF65-F5344CB8AC3E}">
        <p14:creationId xmlns:p14="http://schemas.microsoft.com/office/powerpoint/2010/main" val="13941704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8"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22" y="0"/>
            <a:ext cx="2971800" cy="458788"/>
          </a:xfrm>
          <a:prstGeom prst="rect">
            <a:avLst/>
          </a:prstGeom>
        </p:spPr>
        <p:txBody>
          <a:bodyPr vert="horz" lIns="91440" tIns="45720" rIns="91440" bIns="45720" rtlCol="0"/>
          <a:lstStyle>
            <a:lvl1pPr algn="r">
              <a:defRPr sz="1200"/>
            </a:lvl1pPr>
          </a:lstStyle>
          <a:p>
            <a:fld id="{27A87804-7303-3E40-AC83-F8FA69D107D9}" type="datetimeFigureOut">
              <a:rPr lang="en-US" smtClean="0"/>
              <a:t>9/20/2026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8" y="8685215"/>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22" y="8685215"/>
            <a:ext cx="2971800" cy="458787"/>
          </a:xfrm>
          <a:prstGeom prst="rect">
            <a:avLst/>
          </a:prstGeom>
        </p:spPr>
        <p:txBody>
          <a:bodyPr vert="horz" lIns="91440" tIns="45720" rIns="91440" bIns="45720" rtlCol="0" anchor="b"/>
          <a:lstStyle>
            <a:lvl1pPr algn="r">
              <a:defRPr sz="1200"/>
            </a:lvl1pPr>
          </a:lstStyle>
          <a:p>
            <a:fld id="{066A568A-248A-2842-B036-CF6014FE7BF6}" type="slidenum">
              <a:rPr lang="en-US" smtClean="0"/>
              <a:t>‹#›</a:t>
            </a:fld>
            <a:endParaRPr lang="en-US"/>
          </a:p>
        </p:txBody>
      </p:sp>
    </p:spTree>
    <p:extLst>
      <p:ext uri="{BB962C8B-B14F-4D97-AF65-F5344CB8AC3E}">
        <p14:creationId xmlns:p14="http://schemas.microsoft.com/office/powerpoint/2010/main" val="386057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s://de.wikipedia.org/wiki/New_York_City" TargetMode="External"/><Relationship Id="rId3" Type="http://schemas.openxmlformats.org/officeDocument/2006/relationships/hyperlink" Target="https://de.wikipedia.org/wiki/Start-up-Unternehmen" TargetMode="External"/><Relationship Id="rId7" Type="http://schemas.openxmlformats.org/officeDocument/2006/relationships/hyperlink" Target="https://de.wikipedia.org/wiki/Gesellschaftsrecht_der_Vereinigten_Staaten#Corporation"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de.wikipedia.org/wiki/Gesichtserkennung" TargetMode="External"/><Relationship Id="rId5" Type="http://schemas.openxmlformats.org/officeDocument/2006/relationships/hyperlink" Target="https://de.wikipedia.org/wiki/Maschinelles_Lernen" TargetMode="External"/><Relationship Id="rId4" Type="http://schemas.openxmlformats.org/officeDocument/2006/relationships/hyperlink" Target="https://de.wikipedia.org/wiki/Big_Data"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r-CH" dirty="0">
              <a:cs typeface="Calibri"/>
            </a:endParaRPr>
          </a:p>
        </p:txBody>
      </p:sp>
    </p:spTree>
    <p:extLst>
      <p:ext uri="{BB962C8B-B14F-4D97-AF65-F5344CB8AC3E}">
        <p14:creationId xmlns:p14="http://schemas.microsoft.com/office/powerpoint/2010/main" val="207168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dirty="0"/>
              <a:t>- </a:t>
            </a:r>
            <a:r>
              <a:rPr lang="en-GB" sz="1200" b="0" i="0" kern="1200" dirty="0">
                <a:solidFill>
                  <a:schemeClr val="tx1"/>
                </a:solidFill>
                <a:effectLst/>
                <a:latin typeface="+mn-lt"/>
                <a:ea typeface="+mn-ea"/>
                <a:cs typeface="+mn-cs"/>
              </a:rPr>
              <a:t>Das </a:t>
            </a:r>
            <a:r>
              <a:rPr lang="en-GB" sz="1200" b="0" i="0" kern="1200" dirty="0" err="1">
                <a:solidFill>
                  <a:schemeClr val="tx1"/>
                </a:solidFill>
                <a:effectLst/>
                <a:latin typeface="+mn-lt"/>
                <a:ea typeface="+mn-ea"/>
                <a:cs typeface="+mn-cs"/>
              </a:rPr>
              <a:t>geschieht</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nicht</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selbständig</a:t>
            </a:r>
            <a:r>
              <a:rPr lang="en-GB" sz="1200" b="0" i="0" kern="1200" dirty="0">
                <a:solidFill>
                  <a:schemeClr val="tx1"/>
                </a:solidFill>
                <a:effectLst/>
                <a:latin typeface="+mn-lt"/>
                <a:ea typeface="+mn-ea"/>
                <a:cs typeface="+mn-cs"/>
              </a:rPr>
              <a:t>; da </a:t>
            </a:r>
            <a:r>
              <a:rPr lang="en-GB" sz="1200" b="0" i="0" kern="1200" dirty="0" err="1">
                <a:solidFill>
                  <a:schemeClr val="tx1"/>
                </a:solidFill>
                <a:effectLst/>
                <a:latin typeface="+mn-lt"/>
                <a:ea typeface="+mn-ea"/>
                <a:cs typeface="+mn-cs"/>
              </a:rPr>
              <a:t>ist</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heute</a:t>
            </a:r>
            <a:r>
              <a:rPr lang="en-GB" sz="1200" b="0" i="0" kern="1200" dirty="0">
                <a:solidFill>
                  <a:schemeClr val="tx1"/>
                </a:solidFill>
                <a:effectLst/>
                <a:latin typeface="+mn-lt"/>
                <a:ea typeface="+mn-ea"/>
                <a:cs typeface="+mn-cs"/>
              </a:rPr>
              <a:t> gar </a:t>
            </a:r>
            <a:r>
              <a:rPr lang="en-GB" sz="1200" b="0" i="0" kern="1200" dirty="0" err="1">
                <a:solidFill>
                  <a:schemeClr val="tx1"/>
                </a:solidFill>
                <a:effectLst/>
                <a:latin typeface="+mn-lt"/>
                <a:ea typeface="+mn-ea"/>
                <a:cs typeface="+mn-cs"/>
              </a:rPr>
              <a:t>nichts</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selbständig</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dran</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Wir</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suchen</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aus</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welche</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Daten</a:t>
            </a:r>
            <a:r>
              <a:rPr lang="en-GB" sz="1200" b="0" i="0" kern="1200" dirty="0">
                <a:solidFill>
                  <a:schemeClr val="tx1"/>
                </a:solidFill>
                <a:effectLst/>
                <a:latin typeface="+mn-lt"/>
                <a:ea typeface="+mn-ea"/>
                <a:cs typeface="+mn-cs"/>
              </a:rPr>
              <a:t> da </a:t>
            </a:r>
            <a:r>
              <a:rPr lang="en-GB" sz="1200" b="0" i="0" kern="1200" dirty="0" err="1">
                <a:solidFill>
                  <a:schemeClr val="tx1"/>
                </a:solidFill>
                <a:effectLst/>
                <a:latin typeface="+mn-lt"/>
                <a:ea typeface="+mn-ea"/>
                <a:cs typeface="+mn-cs"/>
              </a:rPr>
              <a:t>reingehen</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Wir</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brauchen</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eine</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große</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Datenmenge</a:t>
            </a:r>
            <a:r>
              <a:rPr lang="en-GB" sz="1200" b="0" i="0" kern="1200" dirty="0">
                <a:solidFill>
                  <a:schemeClr val="tx1"/>
                </a:solidFill>
                <a:effectLst/>
                <a:latin typeface="+mn-lt"/>
                <a:ea typeface="+mn-ea"/>
                <a:cs typeface="+mn-cs"/>
              </a:rPr>
              <a:t>. Aber </a:t>
            </a:r>
            <a:r>
              <a:rPr lang="en-GB" sz="1200" b="0" i="0" kern="1200" dirty="0" err="1">
                <a:solidFill>
                  <a:schemeClr val="tx1"/>
                </a:solidFill>
                <a:effectLst/>
                <a:latin typeface="+mn-lt"/>
                <a:ea typeface="+mn-ea"/>
                <a:cs typeface="+mn-cs"/>
              </a:rPr>
              <a:t>wir</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müssen</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reduzieren</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wie</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viele</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Informationen</a:t>
            </a:r>
            <a:r>
              <a:rPr lang="en-GB" sz="1200" b="0" i="0" kern="1200" dirty="0">
                <a:solidFill>
                  <a:schemeClr val="tx1"/>
                </a:solidFill>
                <a:effectLst/>
                <a:latin typeface="+mn-lt"/>
                <a:ea typeface="+mn-ea"/>
                <a:cs typeface="+mn-cs"/>
              </a:rPr>
              <a:t> in </a:t>
            </a:r>
            <a:r>
              <a:rPr lang="en-GB" sz="1200" b="0" i="0" kern="1200" dirty="0" err="1">
                <a:solidFill>
                  <a:schemeClr val="tx1"/>
                </a:solidFill>
                <a:effectLst/>
                <a:latin typeface="+mn-lt"/>
                <a:ea typeface="+mn-ea"/>
                <a:cs typeface="+mn-cs"/>
              </a:rPr>
              <a:t>einem</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Datenpunkt</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stecken</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Denn</a:t>
            </a:r>
            <a:r>
              <a:rPr lang="en-GB" sz="1200" b="0" i="0" kern="1200" dirty="0">
                <a:solidFill>
                  <a:schemeClr val="tx1"/>
                </a:solidFill>
                <a:effectLst/>
                <a:latin typeface="+mn-lt"/>
                <a:ea typeface="+mn-ea"/>
                <a:cs typeface="+mn-cs"/>
              </a:rPr>
              <a:t> je </a:t>
            </a:r>
            <a:r>
              <a:rPr lang="en-GB" sz="1200" b="0" i="0" kern="1200" dirty="0" err="1">
                <a:solidFill>
                  <a:schemeClr val="tx1"/>
                </a:solidFill>
                <a:effectLst/>
                <a:latin typeface="+mn-lt"/>
                <a:ea typeface="+mn-ea"/>
                <a:cs typeface="+mn-cs"/>
              </a:rPr>
              <a:t>mehr</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Informationen</a:t>
            </a:r>
            <a:r>
              <a:rPr lang="en-GB" sz="1200" b="0" i="0" kern="1200" dirty="0">
                <a:solidFill>
                  <a:schemeClr val="tx1"/>
                </a:solidFill>
                <a:effectLst/>
                <a:latin typeface="+mn-lt"/>
                <a:ea typeface="+mn-ea"/>
                <a:cs typeface="+mn-cs"/>
              </a:rPr>
              <a:t> pro </a:t>
            </a:r>
            <a:r>
              <a:rPr lang="en-GB" sz="1200" b="0" i="0" kern="1200" dirty="0" err="1">
                <a:solidFill>
                  <a:schemeClr val="tx1"/>
                </a:solidFill>
                <a:effectLst/>
                <a:latin typeface="+mn-lt"/>
                <a:ea typeface="+mn-ea"/>
                <a:cs typeface="+mn-cs"/>
              </a:rPr>
              <a:t>Datenpunkt</a:t>
            </a:r>
            <a:r>
              <a:rPr lang="en-GB" sz="1200" b="0" i="0" kern="1200" dirty="0">
                <a:solidFill>
                  <a:schemeClr val="tx1"/>
                </a:solidFill>
                <a:effectLst/>
                <a:latin typeface="+mn-lt"/>
                <a:ea typeface="+mn-ea"/>
                <a:cs typeface="+mn-cs"/>
              </a:rPr>
              <a:t> es </a:t>
            </a:r>
            <a:r>
              <a:rPr lang="en-GB" sz="1200" b="0" i="0" kern="1200" dirty="0" err="1">
                <a:solidFill>
                  <a:schemeClr val="tx1"/>
                </a:solidFill>
                <a:effectLst/>
                <a:latin typeface="+mn-lt"/>
                <a:ea typeface="+mn-ea"/>
                <a:cs typeface="+mn-cs"/>
              </a:rPr>
              <a:t>gibt</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desto</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mehr</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Möglichkeiten</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gäbe</a:t>
            </a:r>
            <a:r>
              <a:rPr lang="en-GB" sz="1200" b="0" i="0" kern="1200" dirty="0">
                <a:solidFill>
                  <a:schemeClr val="tx1"/>
                </a:solidFill>
                <a:effectLst/>
                <a:latin typeface="+mn-lt"/>
                <a:ea typeface="+mn-ea"/>
                <a:cs typeface="+mn-cs"/>
              </a:rPr>
              <a:t> es, </a:t>
            </a:r>
            <a:r>
              <a:rPr lang="en-GB" sz="1200" b="0" i="0" kern="1200" dirty="0" err="1">
                <a:solidFill>
                  <a:schemeClr val="tx1"/>
                </a:solidFill>
                <a:effectLst/>
                <a:latin typeface="+mn-lt"/>
                <a:ea typeface="+mn-ea"/>
                <a:cs typeface="+mn-cs"/>
              </a:rPr>
              <a:t>nach</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Mustern</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zu</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suchen</a:t>
            </a:r>
            <a:r>
              <a:rPr lang="en-GB" sz="1200" b="0" i="0" kern="1200" dirty="0">
                <a:solidFill>
                  <a:schemeClr val="tx1"/>
                </a:solidFill>
                <a:effectLst/>
                <a:latin typeface="+mn-lt"/>
                <a:ea typeface="+mn-ea"/>
                <a:cs typeface="+mn-cs"/>
              </a:rPr>
              <a:t>. Das </a:t>
            </a:r>
            <a:r>
              <a:rPr lang="en-GB" sz="1200" b="0" i="0" kern="1200" dirty="0" err="1">
                <a:solidFill>
                  <a:schemeClr val="tx1"/>
                </a:solidFill>
                <a:effectLst/>
                <a:latin typeface="+mn-lt"/>
                <a:ea typeface="+mn-ea"/>
                <a:cs typeface="+mn-cs"/>
              </a:rPr>
              <a:t>kann</a:t>
            </a:r>
            <a:r>
              <a:rPr lang="en-GB" sz="1200" b="0" i="0" kern="1200" dirty="0">
                <a:solidFill>
                  <a:schemeClr val="tx1"/>
                </a:solidFill>
                <a:effectLst/>
                <a:latin typeface="+mn-lt"/>
                <a:ea typeface="+mn-ea"/>
                <a:cs typeface="+mn-cs"/>
              </a:rPr>
              <a:t> die </a:t>
            </a:r>
            <a:r>
              <a:rPr lang="en-GB" sz="1200" b="0" i="0" kern="1200" dirty="0" err="1">
                <a:solidFill>
                  <a:schemeClr val="tx1"/>
                </a:solidFill>
                <a:effectLst/>
                <a:latin typeface="+mn-lt"/>
                <a:ea typeface="+mn-ea"/>
                <a:cs typeface="+mn-cs"/>
              </a:rPr>
              <a:t>Maschine</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irgendwann</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nicht</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mehr</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leisten</a:t>
            </a:r>
            <a:r>
              <a:rPr lang="en-GB" sz="1200" b="0" i="0" kern="1200" dirty="0">
                <a:solidFill>
                  <a:schemeClr val="tx1"/>
                </a:solidFill>
                <a:effectLst/>
                <a:latin typeface="+mn-lt"/>
                <a:ea typeface="+mn-ea"/>
                <a:cs typeface="+mn-cs"/>
              </a:rPr>
              <a:t>. Dann </a:t>
            </a:r>
            <a:r>
              <a:rPr lang="en-GB" sz="1200" b="0" i="0" kern="1200" dirty="0" err="1">
                <a:solidFill>
                  <a:schemeClr val="tx1"/>
                </a:solidFill>
                <a:effectLst/>
                <a:latin typeface="+mn-lt"/>
                <a:ea typeface="+mn-ea"/>
                <a:cs typeface="+mn-cs"/>
              </a:rPr>
              <a:t>fällt</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sie</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auch</a:t>
            </a:r>
            <a:r>
              <a:rPr lang="en-GB" sz="1200" b="0" i="0" kern="1200" dirty="0">
                <a:solidFill>
                  <a:schemeClr val="tx1"/>
                </a:solidFill>
                <a:effectLst/>
                <a:latin typeface="+mn-lt"/>
                <a:ea typeface="+mn-ea"/>
                <a:cs typeface="+mn-cs"/>
              </a:rPr>
              <a:t> auf </a:t>
            </a:r>
            <a:r>
              <a:rPr lang="en-GB" sz="1200" b="0" i="0" kern="1200" dirty="0" err="1">
                <a:solidFill>
                  <a:schemeClr val="tx1"/>
                </a:solidFill>
                <a:effectLst/>
                <a:latin typeface="+mn-lt"/>
                <a:ea typeface="+mn-ea"/>
                <a:cs typeface="+mn-cs"/>
              </a:rPr>
              <a:t>Zufälligkeiten</a:t>
            </a:r>
            <a:r>
              <a:rPr lang="en-GB" sz="1200" b="0" i="0" kern="1200" dirty="0">
                <a:solidFill>
                  <a:schemeClr val="tx1"/>
                </a:solidFill>
                <a:effectLst/>
                <a:latin typeface="+mn-lt"/>
                <a:ea typeface="+mn-ea"/>
                <a:cs typeface="+mn-cs"/>
              </a:rPr>
              <a:t> herein.</a:t>
            </a:r>
            <a:br>
              <a:rPr lang="en-GB" sz="1200" b="0" i="0" kern="1200" dirty="0">
                <a:solidFill>
                  <a:schemeClr val="tx1"/>
                </a:solidFill>
                <a:effectLst/>
                <a:latin typeface="+mn-lt"/>
                <a:ea typeface="+mn-ea"/>
                <a:cs typeface="+mn-cs"/>
              </a:rPr>
            </a:br>
            <a:r>
              <a:rPr lang="en-GB" sz="1200" b="0" i="0" kern="1200" dirty="0">
                <a:solidFill>
                  <a:schemeClr val="tx1"/>
                </a:solidFill>
                <a:effectLst/>
                <a:latin typeface="+mn-lt"/>
                <a:ea typeface="+mn-ea"/>
                <a:cs typeface="+mn-cs"/>
              </a:rPr>
              <a:t>Heute </a:t>
            </a:r>
            <a:r>
              <a:rPr lang="en-GB" sz="1200" b="0" i="0" kern="1200" dirty="0" err="1">
                <a:solidFill>
                  <a:schemeClr val="tx1"/>
                </a:solidFill>
                <a:effectLst/>
                <a:latin typeface="+mn-lt"/>
                <a:ea typeface="+mn-ea"/>
                <a:cs typeface="+mn-cs"/>
              </a:rPr>
              <a:t>ist</a:t>
            </a:r>
            <a:r>
              <a:rPr lang="en-GB" sz="1200" b="0" i="0" kern="1200" dirty="0">
                <a:solidFill>
                  <a:schemeClr val="tx1"/>
                </a:solidFill>
                <a:effectLst/>
                <a:latin typeface="+mn-lt"/>
                <a:ea typeface="+mn-ea"/>
                <a:cs typeface="+mn-cs"/>
              </a:rPr>
              <a:t> also das </a:t>
            </a:r>
            <a:r>
              <a:rPr lang="en-GB" sz="1200" b="0" i="0" kern="1200" dirty="0" err="1">
                <a:solidFill>
                  <a:schemeClr val="tx1"/>
                </a:solidFill>
                <a:effectLst/>
                <a:latin typeface="+mn-lt"/>
                <a:ea typeface="+mn-ea"/>
                <a:cs typeface="+mn-cs"/>
              </a:rPr>
              <a:t>maschinelle</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Lernen</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absolut</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davon</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abhängig</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dass</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wir</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als</a:t>
            </a:r>
            <a:r>
              <a:rPr lang="en-GB" sz="1200" b="0" i="0" kern="1200" dirty="0">
                <a:solidFill>
                  <a:schemeClr val="tx1"/>
                </a:solidFill>
                <a:effectLst/>
                <a:latin typeface="+mn-lt"/>
                <a:ea typeface="+mn-ea"/>
                <a:cs typeface="+mn-cs"/>
              </a:rPr>
              <a:t> Menschen </a:t>
            </a:r>
            <a:r>
              <a:rPr lang="en-GB" sz="1200" b="0" i="0" kern="1200" dirty="0" err="1">
                <a:solidFill>
                  <a:schemeClr val="tx1"/>
                </a:solidFill>
                <a:effectLst/>
                <a:latin typeface="+mn-lt"/>
                <a:ea typeface="+mn-ea"/>
                <a:cs typeface="+mn-cs"/>
              </a:rPr>
              <a:t>vorgeben</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welche</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Eigenschaften</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überhaupt</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nach</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Mustern</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durchsucht</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werden</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sollen</a:t>
            </a:r>
            <a:r>
              <a:rPr lang="en-GB" sz="1200" b="0" i="0" kern="1200" dirty="0">
                <a:solidFill>
                  <a:schemeClr val="tx1"/>
                </a:solidFill>
                <a:effectLst/>
                <a:latin typeface="+mn-lt"/>
                <a:ea typeface="+mn-ea"/>
                <a:cs typeface="+mn-cs"/>
              </a:rPr>
              <a:t> und </a:t>
            </a:r>
            <a:r>
              <a:rPr lang="en-GB" sz="1200" b="0" i="0" kern="1200" dirty="0" err="1">
                <a:solidFill>
                  <a:schemeClr val="tx1"/>
                </a:solidFill>
                <a:effectLst/>
                <a:latin typeface="+mn-lt"/>
                <a:ea typeface="+mn-ea"/>
                <a:cs typeface="+mn-cs"/>
              </a:rPr>
              <a:t>mit</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welcher</a:t>
            </a:r>
            <a:r>
              <a:rPr lang="en-GB" sz="1200" b="0" i="0" kern="1200" dirty="0">
                <a:solidFill>
                  <a:schemeClr val="tx1"/>
                </a:solidFill>
                <a:effectLst/>
                <a:latin typeface="+mn-lt"/>
                <a:ea typeface="+mn-ea"/>
                <a:cs typeface="+mn-cs"/>
              </a:rPr>
              <a:t> Art von </a:t>
            </a:r>
            <a:r>
              <a:rPr lang="en-GB" sz="1200" b="0" i="0" kern="1200" dirty="0" err="1">
                <a:solidFill>
                  <a:schemeClr val="tx1"/>
                </a:solidFill>
                <a:effectLst/>
                <a:latin typeface="+mn-lt"/>
                <a:ea typeface="+mn-ea"/>
                <a:cs typeface="+mn-cs"/>
              </a:rPr>
              <a:t>Mustern</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gerechnet</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werden</a:t>
            </a:r>
            <a:r>
              <a:rPr lang="en-GB" sz="1200" b="0" i="0" kern="1200" dirty="0">
                <a:solidFill>
                  <a:schemeClr val="tx1"/>
                </a:solidFill>
                <a:effectLst/>
                <a:latin typeface="+mn-lt"/>
                <a:ea typeface="+mn-ea"/>
                <a:cs typeface="+mn-cs"/>
              </a:rPr>
              <a:t> </a:t>
            </a:r>
            <a:r>
              <a:rPr lang="en-GB" sz="1200" b="0" i="0" kern="1200" dirty="0" err="1">
                <a:solidFill>
                  <a:schemeClr val="tx1"/>
                </a:solidFill>
                <a:effectLst/>
                <a:latin typeface="+mn-lt"/>
                <a:ea typeface="+mn-ea"/>
                <a:cs typeface="+mn-cs"/>
              </a:rPr>
              <a:t>soll</a:t>
            </a:r>
            <a:r>
              <a:rPr lang="en-GB" sz="1200" b="0" i="0" kern="1200" dirty="0">
                <a:solidFill>
                  <a:schemeClr val="tx1"/>
                </a:solidFill>
                <a:effectLst/>
                <a:latin typeface="+mn-lt"/>
                <a:ea typeface="+mn-ea"/>
                <a:cs typeface="+mn-cs"/>
              </a:rPr>
              <a:t>.</a:t>
            </a:r>
          </a:p>
          <a:p>
            <a:br>
              <a:rPr lang="en-GB" dirty="0"/>
            </a:br>
            <a:endParaRPr lang="en-GB" dirty="0"/>
          </a:p>
        </p:txBody>
      </p:sp>
    </p:spTree>
    <p:extLst>
      <p:ext uri="{BB962C8B-B14F-4D97-AF65-F5344CB8AC3E}">
        <p14:creationId xmlns:p14="http://schemas.microsoft.com/office/powerpoint/2010/main" val="37541006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Erstellung vom Modell und Lernalgorithmus, das Modell wird dann trainiert die gewünschten Muster zu erkennen</a:t>
            </a:r>
          </a:p>
          <a:p>
            <a:r>
              <a:rPr lang="de-DE" dirty="0"/>
              <a:t>Das fertige Modell, ist dann das was wir als KI kennen</a:t>
            </a:r>
          </a:p>
          <a:p>
            <a:endParaRPr lang="de-DE" dirty="0"/>
          </a:p>
          <a:p>
            <a:r>
              <a:rPr lang="de-DE" dirty="0"/>
              <a:t>Beispiele für Modell: </a:t>
            </a:r>
          </a:p>
          <a:p>
            <a:r>
              <a:rPr lang="de-DE" dirty="0" err="1"/>
              <a:t>Decision</a:t>
            </a:r>
            <a:r>
              <a:rPr lang="de-DE" dirty="0"/>
              <a:t> </a:t>
            </a:r>
            <a:r>
              <a:rPr lang="de-DE" dirty="0" err="1"/>
              <a:t>Tree</a:t>
            </a:r>
            <a:r>
              <a:rPr lang="de-DE" dirty="0"/>
              <a:t>: für Klassifizierung und Regression</a:t>
            </a:r>
          </a:p>
          <a:p>
            <a:r>
              <a:rPr lang="de-DE" dirty="0"/>
              <a:t>Deep </a:t>
            </a:r>
            <a:r>
              <a:rPr lang="de-DE" dirty="0" err="1"/>
              <a:t>Neural</a:t>
            </a:r>
            <a:r>
              <a:rPr lang="de-DE" dirty="0"/>
              <a:t> Network: Natural </a:t>
            </a:r>
            <a:r>
              <a:rPr lang="de-DE" dirty="0" err="1"/>
              <a:t>learning</a:t>
            </a:r>
            <a:r>
              <a:rPr lang="de-DE" dirty="0"/>
              <a:t> </a:t>
            </a:r>
            <a:r>
              <a:rPr lang="de-DE" dirty="0" err="1"/>
              <a:t>processing</a:t>
            </a:r>
            <a:r>
              <a:rPr lang="de-DE" dirty="0"/>
              <a:t> und Bilderkennung</a:t>
            </a:r>
          </a:p>
          <a:p>
            <a:r>
              <a:rPr lang="de-DE" dirty="0" err="1"/>
              <a:t>Regressions</a:t>
            </a:r>
            <a:r>
              <a:rPr lang="de-DE" dirty="0"/>
              <a:t> Modell: Für Prognosen von laufenden Daten</a:t>
            </a:r>
          </a:p>
        </p:txBody>
      </p:sp>
      <p:sp>
        <p:nvSpPr>
          <p:cNvPr id="4" name="Foliennummernplatzhalter 3"/>
          <p:cNvSpPr>
            <a:spLocks noGrp="1"/>
          </p:cNvSpPr>
          <p:nvPr>
            <p:ph type="sldNum" sz="quarter" idx="5"/>
          </p:nvPr>
        </p:nvSpPr>
        <p:spPr/>
        <p:txBody>
          <a:bodyPr/>
          <a:lstStyle/>
          <a:p>
            <a:fld id="{066A568A-248A-2842-B036-CF6014FE7BF6}" type="slidenum">
              <a:rPr lang="en-US" smtClean="0"/>
              <a:t>3</a:t>
            </a:fld>
            <a:endParaRPr lang="en-US"/>
          </a:p>
        </p:txBody>
      </p:sp>
    </p:spTree>
    <p:extLst>
      <p:ext uri="{BB962C8B-B14F-4D97-AF65-F5344CB8AC3E}">
        <p14:creationId xmlns:p14="http://schemas.microsoft.com/office/powerpoint/2010/main" val="3794005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317DA909-E19B-4936-943F-00BB1BBBD0BC}"/>
            </a:ext>
          </a:extLst>
        </p:cNvPr>
        <p:cNvGrpSpPr/>
        <p:nvPr/>
      </p:nvGrpSpPr>
      <p:grpSpPr>
        <a:xfrm>
          <a:off x="0" y="0"/>
          <a:ext cx="0" cy="0"/>
          <a:chOff x="0" y="0"/>
          <a:chExt cx="0" cy="0"/>
        </a:xfrm>
      </p:grpSpPr>
      <p:sp>
        <p:nvSpPr>
          <p:cNvPr id="76" name="Google Shape;76;g35f391192_00:notes">
            <a:extLst>
              <a:ext uri="{FF2B5EF4-FFF2-40B4-BE49-F238E27FC236}">
                <a16:creationId xmlns:a16="http://schemas.microsoft.com/office/drawing/2014/main" id="{F9BB23E5-EDC3-6970-6C7B-D318389FF8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5f391192_00:notes">
            <a:extLst>
              <a:ext uri="{FF2B5EF4-FFF2-40B4-BE49-F238E27FC236}">
                <a16:creationId xmlns:a16="http://schemas.microsoft.com/office/drawing/2014/main" id="{5FCF4069-7385-DEA0-DB36-B199890207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r-CH" dirty="0">
              <a:cs typeface="Calibri"/>
            </a:endParaRPr>
          </a:p>
        </p:txBody>
      </p:sp>
    </p:spTree>
    <p:extLst>
      <p:ext uri="{BB962C8B-B14F-4D97-AF65-F5344CB8AC3E}">
        <p14:creationId xmlns:p14="http://schemas.microsoft.com/office/powerpoint/2010/main" val="1464448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4D4AE-9BBB-97B4-349F-923455C89A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AEFFE9-E8E5-7C33-5440-C594ABA707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DB0242-E0A5-676C-C39A-41E152691693}"/>
              </a:ext>
            </a:extLst>
          </p:cNvPr>
          <p:cNvSpPr>
            <a:spLocks noGrp="1"/>
          </p:cNvSpPr>
          <p:nvPr>
            <p:ph type="body" idx="1"/>
          </p:nvPr>
        </p:nvSpPr>
        <p:spPr/>
        <p:txBody>
          <a:bodyPr/>
          <a:lstStyle/>
          <a:p>
            <a:r>
              <a:rPr lang="de-CH" sz="1200" b="1" i="0" kern="1200" dirty="0">
                <a:solidFill>
                  <a:schemeClr val="tx1"/>
                </a:solidFill>
                <a:effectLst/>
                <a:latin typeface="+mn-lt"/>
                <a:ea typeface="+mn-ea"/>
                <a:cs typeface="+mn-cs"/>
              </a:rPr>
              <a:t>Clearview AI</a:t>
            </a:r>
            <a:r>
              <a:rPr lang="de-CH" sz="1200" b="0" i="0" u="none" strike="noStrike" kern="1200" dirty="0">
                <a:solidFill>
                  <a:schemeClr val="tx1"/>
                </a:solidFill>
                <a:effectLst/>
                <a:latin typeface="+mn-lt"/>
                <a:ea typeface="+mn-ea"/>
                <a:cs typeface="+mn-cs"/>
              </a:rPr>
              <a:t> ist ein US-amerikanisches </a:t>
            </a:r>
            <a:r>
              <a:rPr lang="de-CH" sz="1200" b="0" i="0" u="none" strike="noStrike" kern="1200" dirty="0">
                <a:solidFill>
                  <a:schemeClr val="tx1"/>
                </a:solidFill>
                <a:effectLst/>
                <a:latin typeface="+mn-lt"/>
                <a:ea typeface="+mn-ea"/>
                <a:cs typeface="+mn-cs"/>
                <a:hlinkClick r:id="rId3" tooltip="Start-up-Unternehmen"/>
              </a:rPr>
              <a:t>Start-up</a:t>
            </a:r>
            <a:r>
              <a:rPr lang="de-CH" sz="1200" b="0" i="0" u="none" strike="noStrike" kern="1200" dirty="0">
                <a:solidFill>
                  <a:schemeClr val="tx1"/>
                </a:solidFill>
                <a:effectLst/>
                <a:latin typeface="+mn-lt"/>
                <a:ea typeface="+mn-ea"/>
                <a:cs typeface="+mn-cs"/>
              </a:rPr>
              <a:t>, das sich mit Hilfe </a:t>
            </a:r>
            <a:r>
              <a:rPr lang="de-CH" sz="1200" b="0" i="0" u="none" strike="noStrike" kern="1200" dirty="0">
                <a:solidFill>
                  <a:schemeClr val="tx1"/>
                </a:solidFill>
                <a:effectLst/>
                <a:latin typeface="+mn-lt"/>
                <a:ea typeface="+mn-ea"/>
                <a:cs typeface="+mn-cs"/>
                <a:hlinkClick r:id="rId4" tooltip="Big Data"/>
              </a:rPr>
              <a:t>sehr großer Bilddatenmengen</a:t>
            </a:r>
            <a:r>
              <a:rPr lang="de-CH" sz="1200" b="0" i="0" u="none" strike="noStrike" kern="1200" dirty="0">
                <a:solidFill>
                  <a:schemeClr val="tx1"/>
                </a:solidFill>
                <a:effectLst/>
                <a:latin typeface="+mn-lt"/>
                <a:ea typeface="+mn-ea"/>
                <a:cs typeface="+mn-cs"/>
              </a:rPr>
              <a:t> und von </a:t>
            </a:r>
            <a:r>
              <a:rPr lang="de-CH" sz="1200" b="0" i="0" u="none" strike="noStrike" kern="1200" dirty="0">
                <a:solidFill>
                  <a:schemeClr val="tx1"/>
                </a:solidFill>
                <a:effectLst/>
                <a:latin typeface="+mn-lt"/>
                <a:ea typeface="+mn-ea"/>
                <a:cs typeface="+mn-cs"/>
                <a:hlinkClick r:id="rId5" tooltip="Maschinelles Lernen"/>
              </a:rPr>
              <a:t>maschinellem Lernen</a:t>
            </a:r>
            <a:r>
              <a:rPr lang="de-CH" sz="1200" b="0" i="0" u="none" strike="noStrike" kern="1200" dirty="0">
                <a:solidFill>
                  <a:schemeClr val="tx1"/>
                </a:solidFill>
                <a:effectLst/>
                <a:latin typeface="+mn-lt"/>
                <a:ea typeface="+mn-ea"/>
                <a:cs typeface="+mn-cs"/>
              </a:rPr>
              <a:t> auf die </a:t>
            </a:r>
            <a:r>
              <a:rPr lang="de-CH" sz="1200" b="0" i="0" u="none" strike="noStrike" kern="1200" dirty="0">
                <a:solidFill>
                  <a:schemeClr val="tx1"/>
                </a:solidFill>
                <a:effectLst/>
                <a:latin typeface="+mn-lt"/>
                <a:ea typeface="+mn-ea"/>
                <a:cs typeface="+mn-cs"/>
                <a:hlinkClick r:id="rId6" tooltip="Gesichtserkennung"/>
              </a:rPr>
              <a:t>Gesichtserkennung</a:t>
            </a:r>
            <a:r>
              <a:rPr lang="de-CH" sz="1200" b="0" i="0" u="none" strike="noStrike" kern="1200" dirty="0">
                <a:solidFill>
                  <a:schemeClr val="tx1"/>
                </a:solidFill>
                <a:effectLst/>
                <a:latin typeface="+mn-lt"/>
                <a:ea typeface="+mn-ea"/>
                <a:cs typeface="+mn-cs"/>
              </a:rPr>
              <a:t> mit Computersystemen spezialisiert hat. </a:t>
            </a:r>
            <a:r>
              <a:rPr lang="de-CH" sz="1200" b="0" i="0" u="none" strike="noStrike" kern="1200">
                <a:solidFill>
                  <a:schemeClr val="tx1"/>
                </a:solidFill>
                <a:effectLst/>
                <a:latin typeface="+mn-lt"/>
                <a:ea typeface="+mn-ea"/>
                <a:cs typeface="+mn-cs"/>
              </a:rPr>
              <a:t>Es ist im </a:t>
            </a:r>
            <a:r>
              <a:rPr lang="de-CH" sz="1200" b="0" i="0" u="none" strike="noStrike" kern="1200">
                <a:solidFill>
                  <a:schemeClr val="tx1"/>
                </a:solidFill>
                <a:effectLst/>
                <a:latin typeface="+mn-lt"/>
                <a:ea typeface="+mn-ea"/>
                <a:cs typeface="+mn-cs"/>
                <a:hlinkClick r:id="rId7" tooltip="Gesellschaftsrecht der Vereinigten Staaten"/>
              </a:rPr>
              <a:t>Handelsregister eingetragen</a:t>
            </a:r>
            <a:r>
              <a:rPr lang="de-CH" sz="1200" b="0" i="0" u="none" strike="noStrike" kern="1200">
                <a:solidFill>
                  <a:schemeClr val="tx1"/>
                </a:solidFill>
                <a:effectLst/>
                <a:latin typeface="+mn-lt"/>
                <a:ea typeface="+mn-ea"/>
                <a:cs typeface="+mn-cs"/>
              </a:rPr>
              <a:t> und hat seinen Sitz in </a:t>
            </a:r>
            <a:r>
              <a:rPr lang="de-CH" sz="1200" b="0" i="0" u="none" strike="noStrike" kern="1200">
                <a:solidFill>
                  <a:schemeClr val="tx1"/>
                </a:solidFill>
                <a:effectLst/>
                <a:latin typeface="+mn-lt"/>
                <a:ea typeface="+mn-ea"/>
                <a:cs typeface="+mn-cs"/>
                <a:hlinkClick r:id="rId8" tooltip="New York City"/>
              </a:rPr>
              <a:t>New York City</a:t>
            </a:r>
            <a:endParaRPr lang="en-CH" dirty="0"/>
          </a:p>
        </p:txBody>
      </p:sp>
      <p:sp>
        <p:nvSpPr>
          <p:cNvPr id="4" name="Slide Number Placeholder 3">
            <a:extLst>
              <a:ext uri="{FF2B5EF4-FFF2-40B4-BE49-F238E27FC236}">
                <a16:creationId xmlns:a16="http://schemas.microsoft.com/office/drawing/2014/main" id="{843C895F-C250-A652-B828-BBBDB5FB2E11}"/>
              </a:ext>
            </a:extLst>
          </p:cNvPr>
          <p:cNvSpPr>
            <a:spLocks noGrp="1"/>
          </p:cNvSpPr>
          <p:nvPr>
            <p:ph type="sldNum" sz="quarter" idx="5"/>
          </p:nvPr>
        </p:nvSpPr>
        <p:spPr/>
        <p:txBody>
          <a:bodyPr/>
          <a:lstStyle/>
          <a:p>
            <a:fld id="{066A568A-248A-2842-B036-CF6014FE7BF6}" type="slidenum">
              <a:rPr lang="en-US" smtClean="0"/>
              <a:t>5</a:t>
            </a:fld>
            <a:endParaRPr lang="en-US"/>
          </a:p>
        </p:txBody>
      </p:sp>
    </p:spTree>
    <p:extLst>
      <p:ext uri="{BB962C8B-B14F-4D97-AF65-F5344CB8AC3E}">
        <p14:creationId xmlns:p14="http://schemas.microsoft.com/office/powerpoint/2010/main" val="7681271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CH" sz="1200" b="0" i="0" u="none" strike="noStrike" kern="1200" dirty="0">
                <a:solidFill>
                  <a:schemeClr val="tx1"/>
                </a:solidFill>
                <a:effectLst/>
                <a:latin typeface="+mn-lt"/>
                <a:ea typeface="+mn-ea"/>
                <a:cs typeface="+mn-cs"/>
              </a:rPr>
              <a:t>Deepfakes </a:t>
            </a:r>
            <a:r>
              <a:rPr lang="de-CH" sz="1200" b="0" i="0" u="none" strike="noStrike" kern="1200" dirty="0" err="1">
                <a:solidFill>
                  <a:schemeClr val="tx1"/>
                </a:solidFill>
                <a:effectLst/>
                <a:latin typeface="+mn-lt"/>
                <a:ea typeface="+mn-ea"/>
                <a:cs typeface="+mn-cs"/>
              </a:rPr>
              <a:t>refer</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to</a:t>
            </a:r>
            <a:r>
              <a:rPr lang="de-CH" sz="1200" b="0" i="0" u="none" strike="noStrike" kern="1200" dirty="0">
                <a:solidFill>
                  <a:schemeClr val="tx1"/>
                </a:solidFill>
                <a:effectLst/>
                <a:latin typeface="+mn-lt"/>
                <a:ea typeface="+mn-ea"/>
                <a:cs typeface="+mn-cs"/>
              </a:rPr>
              <a:t> AI-</a:t>
            </a:r>
            <a:r>
              <a:rPr lang="de-CH" sz="1200" b="0" i="0" u="none" strike="noStrike" kern="1200" dirty="0" err="1">
                <a:solidFill>
                  <a:schemeClr val="tx1"/>
                </a:solidFill>
                <a:effectLst/>
                <a:latin typeface="+mn-lt"/>
                <a:ea typeface="+mn-ea"/>
                <a:cs typeface="+mn-cs"/>
              </a:rPr>
              <a:t>generated</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or</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manipulated</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media</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created</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with</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deep</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learning</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that</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convincingly</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imitates</a:t>
            </a:r>
            <a:r>
              <a:rPr lang="de-CH" sz="1200" b="0" i="0" u="none" strike="noStrike" kern="1200" dirty="0">
                <a:solidFill>
                  <a:schemeClr val="tx1"/>
                </a:solidFill>
                <a:effectLst/>
                <a:latin typeface="+mn-lt"/>
                <a:ea typeface="+mn-ea"/>
                <a:cs typeface="+mn-cs"/>
              </a:rPr>
              <a:t> a real </a:t>
            </a:r>
            <a:r>
              <a:rPr lang="de-CH" sz="1200" b="0" i="0" u="none" strike="noStrike" kern="1200" dirty="0" err="1">
                <a:solidFill>
                  <a:schemeClr val="tx1"/>
                </a:solidFill>
                <a:effectLst/>
                <a:latin typeface="+mn-lt"/>
                <a:ea typeface="+mn-ea"/>
                <a:cs typeface="+mn-cs"/>
              </a:rPr>
              <a:t>person</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including</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images</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video</a:t>
            </a:r>
            <a:r>
              <a:rPr lang="de-CH" sz="1200" b="0" i="0" u="none" strike="noStrike" kern="1200" dirty="0">
                <a:solidFill>
                  <a:schemeClr val="tx1"/>
                </a:solidFill>
                <a:effectLst/>
                <a:latin typeface="+mn-lt"/>
                <a:ea typeface="+mn-ea"/>
                <a:cs typeface="+mn-cs"/>
              </a:rPr>
              <a:t>, and </a:t>
            </a:r>
            <a:r>
              <a:rPr lang="de-CH" sz="1200" b="0" i="0" u="none" strike="noStrike" kern="1200" dirty="0" err="1">
                <a:solidFill>
                  <a:schemeClr val="tx1"/>
                </a:solidFill>
                <a:effectLst/>
                <a:latin typeface="+mn-lt"/>
                <a:ea typeface="+mn-ea"/>
                <a:cs typeface="+mn-cs"/>
              </a:rPr>
              <a:t>audio</a:t>
            </a:r>
            <a:r>
              <a:rPr lang="de-CH" sz="1200" b="0" i="0" u="none" strike="noStrike" kern="1200" dirty="0">
                <a:solidFill>
                  <a:schemeClr val="tx1"/>
                </a:solidFill>
                <a:effectLst/>
                <a:latin typeface="+mn-lt"/>
                <a:ea typeface="+mn-ea"/>
                <a:cs typeface="+mn-cs"/>
              </a:rPr>
              <a:t> such </a:t>
            </a:r>
            <a:r>
              <a:rPr lang="de-CH" sz="1200" b="0" i="0" u="none" strike="noStrike" kern="1200" dirty="0" err="1">
                <a:solidFill>
                  <a:schemeClr val="tx1"/>
                </a:solidFill>
                <a:effectLst/>
                <a:latin typeface="+mn-lt"/>
                <a:ea typeface="+mn-ea"/>
                <a:cs typeface="+mn-cs"/>
              </a:rPr>
              <a:t>as</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voice</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cloning</a:t>
            </a:r>
            <a:r>
              <a:rPr lang="de-CH" sz="1200" b="0" i="0" u="none" strike="noStrike" kern="1200" dirty="0">
                <a:solidFill>
                  <a:schemeClr val="tx1"/>
                </a:solidFill>
                <a:effectLst/>
                <a:latin typeface="+mn-lt"/>
                <a:ea typeface="+mn-ea"/>
                <a:cs typeface="+mn-cs"/>
              </a:rPr>
              <a:t>.</a:t>
            </a:r>
            <a:endParaRPr lang="de-DE" dirty="0"/>
          </a:p>
        </p:txBody>
      </p:sp>
      <p:sp>
        <p:nvSpPr>
          <p:cNvPr id="4" name="Foliennummernplatzhalter 3"/>
          <p:cNvSpPr>
            <a:spLocks noGrp="1"/>
          </p:cNvSpPr>
          <p:nvPr>
            <p:ph type="sldNum" sz="quarter" idx="5"/>
          </p:nvPr>
        </p:nvSpPr>
        <p:spPr/>
        <p:txBody>
          <a:bodyPr/>
          <a:lstStyle/>
          <a:p>
            <a:fld id="{066A568A-248A-2842-B036-CF6014FE7BF6}" type="slidenum">
              <a:rPr lang="en-US" smtClean="0"/>
              <a:t>7</a:t>
            </a:fld>
            <a:endParaRPr lang="en-US"/>
          </a:p>
        </p:txBody>
      </p:sp>
    </p:spTree>
    <p:extLst>
      <p:ext uri="{BB962C8B-B14F-4D97-AF65-F5344CB8AC3E}">
        <p14:creationId xmlns:p14="http://schemas.microsoft.com/office/powerpoint/2010/main" val="6084741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17F058C2-F121-3B11-0405-D5B828E45982}"/>
            </a:ext>
          </a:extLst>
        </p:cNvPr>
        <p:cNvGrpSpPr/>
        <p:nvPr/>
      </p:nvGrpSpPr>
      <p:grpSpPr>
        <a:xfrm>
          <a:off x="0" y="0"/>
          <a:ext cx="0" cy="0"/>
          <a:chOff x="0" y="0"/>
          <a:chExt cx="0" cy="0"/>
        </a:xfrm>
      </p:grpSpPr>
      <p:sp>
        <p:nvSpPr>
          <p:cNvPr id="76" name="Google Shape;76;g35f391192_00:notes">
            <a:extLst>
              <a:ext uri="{FF2B5EF4-FFF2-40B4-BE49-F238E27FC236}">
                <a16:creationId xmlns:a16="http://schemas.microsoft.com/office/drawing/2014/main" id="{0AEFB872-0AE0-F3CE-49A4-C820E99C3B2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5f391192_00:notes">
            <a:extLst>
              <a:ext uri="{FF2B5EF4-FFF2-40B4-BE49-F238E27FC236}">
                <a16:creationId xmlns:a16="http://schemas.microsoft.com/office/drawing/2014/main" id="{110407A1-32E2-E514-5652-B6E5ABB36B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r-CH" dirty="0">
              <a:cs typeface="Calibri"/>
            </a:endParaRPr>
          </a:p>
        </p:txBody>
      </p:sp>
    </p:spTree>
    <p:extLst>
      <p:ext uri="{BB962C8B-B14F-4D97-AF65-F5344CB8AC3E}">
        <p14:creationId xmlns:p14="http://schemas.microsoft.com/office/powerpoint/2010/main" val="39763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E77B6-2E52-AF7B-26CE-A985365D4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DDF252-431A-7E77-12A1-967B8D7C0B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8C7B1A-C411-B9C4-838A-1C3306F11E81}"/>
              </a:ext>
            </a:extLst>
          </p:cNvPr>
          <p:cNvSpPr>
            <a:spLocks noGrp="1"/>
          </p:cNvSpPr>
          <p:nvPr>
            <p:ph type="body" idx="1"/>
          </p:nvPr>
        </p:nvSpPr>
        <p:spPr/>
        <p:txBody>
          <a:bodyPr/>
          <a:lstStyle/>
          <a:p>
            <a:endParaRPr lang="en-CH" dirty="0"/>
          </a:p>
        </p:txBody>
      </p:sp>
      <p:sp>
        <p:nvSpPr>
          <p:cNvPr id="4" name="Slide Number Placeholder 3">
            <a:extLst>
              <a:ext uri="{FF2B5EF4-FFF2-40B4-BE49-F238E27FC236}">
                <a16:creationId xmlns:a16="http://schemas.microsoft.com/office/drawing/2014/main" id="{ABD44F8B-F169-86A9-E017-40492F7EC2AB}"/>
              </a:ext>
            </a:extLst>
          </p:cNvPr>
          <p:cNvSpPr>
            <a:spLocks noGrp="1"/>
          </p:cNvSpPr>
          <p:nvPr>
            <p:ph type="sldNum" sz="quarter" idx="5"/>
          </p:nvPr>
        </p:nvSpPr>
        <p:spPr/>
        <p:txBody>
          <a:bodyPr/>
          <a:lstStyle/>
          <a:p>
            <a:fld id="{066A568A-248A-2842-B036-CF6014FE7BF6}" type="slidenum">
              <a:rPr lang="en-US" smtClean="0"/>
              <a:t>10</a:t>
            </a:fld>
            <a:endParaRPr lang="en-US"/>
          </a:p>
        </p:txBody>
      </p:sp>
    </p:spTree>
    <p:extLst>
      <p:ext uri="{BB962C8B-B14F-4D97-AF65-F5344CB8AC3E}">
        <p14:creationId xmlns:p14="http://schemas.microsoft.com/office/powerpoint/2010/main" val="590300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FCE84-10B0-E5FD-6E57-A22F4CF245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2EF46B-A649-226E-B2AD-777676F1CD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C4BD68-4A3C-0D40-0698-C17C43868768}"/>
              </a:ext>
            </a:extLst>
          </p:cNvPr>
          <p:cNvSpPr>
            <a:spLocks noGrp="1"/>
          </p:cNvSpPr>
          <p:nvPr>
            <p:ph type="body" idx="1"/>
          </p:nvPr>
        </p:nvSpPr>
        <p:spPr/>
        <p:txBody>
          <a:bodyPr/>
          <a:lstStyle/>
          <a:p>
            <a:r>
              <a:rPr lang="de-CH" sz="1200" b="0" i="0" u="none" strike="noStrike" kern="1200" dirty="0">
                <a:solidFill>
                  <a:schemeClr val="tx1"/>
                </a:solidFill>
                <a:effectLst/>
                <a:latin typeface="+mn-lt"/>
                <a:ea typeface="+mn-ea"/>
                <a:cs typeface="+mn-cs"/>
              </a:rPr>
              <a:t>The </a:t>
            </a:r>
            <a:r>
              <a:rPr lang="de-CH" sz="1200" b="0" i="0" u="none" strike="noStrike" kern="1200" dirty="0" err="1">
                <a:solidFill>
                  <a:schemeClr val="tx1"/>
                </a:solidFill>
                <a:effectLst/>
                <a:latin typeface="+mn-lt"/>
                <a:ea typeface="+mn-ea"/>
                <a:cs typeface="+mn-cs"/>
              </a:rPr>
              <a:t>difference</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between</a:t>
            </a:r>
            <a:r>
              <a:rPr lang="de-CH" sz="1200" b="0" i="0" u="none" strike="noStrike" kern="1200" dirty="0">
                <a:solidFill>
                  <a:schemeClr val="tx1"/>
                </a:solidFill>
                <a:effectLst/>
                <a:latin typeface="+mn-lt"/>
                <a:ea typeface="+mn-ea"/>
                <a:cs typeface="+mn-cs"/>
              </a:rPr>
              <a:t> 4 and 8 </a:t>
            </a:r>
            <a:r>
              <a:rPr lang="de-CH" sz="1200" b="0" i="0" u="none" strike="noStrike" kern="1200" dirty="0" err="1">
                <a:solidFill>
                  <a:schemeClr val="tx1"/>
                </a:solidFill>
                <a:effectLst/>
                <a:latin typeface="+mn-lt"/>
                <a:ea typeface="+mn-ea"/>
                <a:cs typeface="+mn-cs"/>
              </a:rPr>
              <a:t>chips</a:t>
            </a:r>
            <a:r>
              <a:rPr lang="de-CH" sz="1200" b="0" i="0" u="none" strike="noStrike" kern="1200" dirty="0">
                <a:solidFill>
                  <a:schemeClr val="tx1"/>
                </a:solidFill>
                <a:effectLst/>
                <a:latin typeface="+mn-lt"/>
                <a:ea typeface="+mn-ea"/>
                <a:cs typeface="+mn-cs"/>
              </a:rPr>
              <a:t> per </a:t>
            </a:r>
            <a:r>
              <a:rPr lang="de-CH" sz="1200" b="0" i="0" u="none" strike="noStrike" kern="1200" dirty="0" err="1">
                <a:solidFill>
                  <a:schemeClr val="tx1"/>
                </a:solidFill>
                <a:effectLst/>
                <a:latin typeface="+mn-lt"/>
                <a:ea typeface="+mn-ea"/>
                <a:cs typeface="+mn-cs"/>
              </a:rPr>
              <a:t>server</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reflects</a:t>
            </a:r>
            <a:r>
              <a:rPr lang="de-CH" sz="1200" b="0" i="0" u="none" strike="noStrike" kern="1200" dirty="0">
                <a:solidFill>
                  <a:schemeClr val="tx1"/>
                </a:solidFill>
                <a:effectLst/>
                <a:latin typeface="+mn-lt"/>
                <a:ea typeface="+mn-ea"/>
                <a:cs typeface="+mn-cs"/>
              </a:rPr>
              <a:t> system-level </a:t>
            </a:r>
            <a:r>
              <a:rPr lang="de-CH" sz="1200" b="0" i="0" u="none" strike="noStrike" kern="1200" dirty="0" err="1">
                <a:solidFill>
                  <a:schemeClr val="tx1"/>
                </a:solidFill>
                <a:effectLst/>
                <a:latin typeface="+mn-lt"/>
                <a:ea typeface="+mn-ea"/>
                <a:cs typeface="+mn-cs"/>
              </a:rPr>
              <a:t>efficiency</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packing</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more</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chips</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into</a:t>
            </a:r>
            <a:r>
              <a:rPr lang="de-CH" sz="1200" b="0" i="0" u="none" strike="noStrike" kern="1200" dirty="0">
                <a:solidFill>
                  <a:schemeClr val="tx1"/>
                </a:solidFill>
                <a:effectLst/>
                <a:latin typeface="+mn-lt"/>
                <a:ea typeface="+mn-ea"/>
                <a:cs typeface="+mn-cs"/>
              </a:rPr>
              <a:t> a </a:t>
            </a:r>
            <a:r>
              <a:rPr lang="de-CH" sz="1200" b="0" i="0" u="none" strike="noStrike" kern="1200" dirty="0" err="1">
                <a:solidFill>
                  <a:schemeClr val="tx1"/>
                </a:solidFill>
                <a:effectLst/>
                <a:latin typeface="+mn-lt"/>
                <a:ea typeface="+mn-ea"/>
                <a:cs typeface="+mn-cs"/>
              </a:rPr>
              <a:t>single</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server</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reduces</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infrastructure</a:t>
            </a:r>
            <a:r>
              <a:rPr lang="de-CH" sz="1200" b="0" i="0" u="none" strike="noStrike" kern="1200" dirty="0">
                <a:solidFill>
                  <a:schemeClr val="tx1"/>
                </a:solidFill>
                <a:effectLst/>
                <a:latin typeface="+mn-lt"/>
                <a:ea typeface="+mn-ea"/>
                <a:cs typeface="+mn-cs"/>
              </a:rPr>
              <a:t> and </a:t>
            </a:r>
            <a:r>
              <a:rPr lang="de-CH" sz="1200" b="0" i="0" u="none" strike="noStrike" kern="1200" dirty="0" err="1">
                <a:solidFill>
                  <a:schemeClr val="tx1"/>
                </a:solidFill>
                <a:effectLst/>
                <a:latin typeface="+mn-lt"/>
                <a:ea typeface="+mn-ea"/>
                <a:cs typeface="+mn-cs"/>
              </a:rPr>
              <a:t>communication</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overhead</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leading</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to</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lower</a:t>
            </a:r>
            <a:r>
              <a:rPr lang="de-CH" sz="1200" b="0" i="0" u="none" strike="noStrike" kern="1200" dirty="0">
                <a:solidFill>
                  <a:schemeClr val="tx1"/>
                </a:solidFill>
                <a:effectLst/>
                <a:latin typeface="+mn-lt"/>
                <a:ea typeface="+mn-ea"/>
                <a:cs typeface="+mn-cs"/>
              </a:rPr>
              <a:t> total power </a:t>
            </a:r>
            <a:r>
              <a:rPr lang="de-CH" sz="1200" b="0" i="0" u="none" strike="noStrike" kern="1200" dirty="0" err="1">
                <a:solidFill>
                  <a:schemeClr val="tx1"/>
                </a:solidFill>
                <a:effectLst/>
                <a:latin typeface="+mn-lt"/>
                <a:ea typeface="+mn-ea"/>
                <a:cs typeface="+mn-cs"/>
              </a:rPr>
              <a:t>demand</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However</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despite</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these</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efficiency</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gains</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the</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overall</a:t>
            </a:r>
            <a:r>
              <a:rPr lang="de-CH" sz="1200" b="0" i="0" u="none" strike="noStrike" kern="1200" dirty="0">
                <a:solidFill>
                  <a:schemeClr val="tx1"/>
                </a:solidFill>
                <a:effectLst/>
                <a:latin typeface="+mn-lt"/>
                <a:ea typeface="+mn-ea"/>
                <a:cs typeface="+mn-cs"/>
              </a:rPr>
              <a:t> power </a:t>
            </a:r>
            <a:r>
              <a:rPr lang="de-CH" sz="1200" b="0" i="0" u="none" strike="noStrike" kern="1200" dirty="0" err="1">
                <a:solidFill>
                  <a:schemeClr val="tx1"/>
                </a:solidFill>
                <a:effectLst/>
                <a:latin typeface="+mn-lt"/>
                <a:ea typeface="+mn-ea"/>
                <a:cs typeface="+mn-cs"/>
              </a:rPr>
              <a:t>demand</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for</a:t>
            </a:r>
            <a:r>
              <a:rPr lang="de-CH" sz="1200" b="0" i="0" u="none" strike="noStrike" kern="1200" dirty="0">
                <a:solidFill>
                  <a:schemeClr val="tx1"/>
                </a:solidFill>
                <a:effectLst/>
                <a:latin typeface="+mn-lt"/>
                <a:ea typeface="+mn-ea"/>
                <a:cs typeface="+mn-cs"/>
              </a:rPr>
              <a:t> generative AI still </a:t>
            </a:r>
            <a:r>
              <a:rPr lang="de-CH" sz="1200" b="0" i="0" u="none" strike="noStrike" kern="1200" dirty="0" err="1">
                <a:solidFill>
                  <a:schemeClr val="tx1"/>
                </a:solidFill>
                <a:effectLst/>
                <a:latin typeface="+mn-lt"/>
                <a:ea typeface="+mn-ea"/>
                <a:cs typeface="+mn-cs"/>
              </a:rPr>
              <a:t>grows</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rapidly</a:t>
            </a:r>
            <a:r>
              <a:rPr lang="de-CH" sz="1200" b="0" i="0" u="none" strike="noStrike" kern="1200" dirty="0">
                <a:solidFill>
                  <a:schemeClr val="tx1"/>
                </a:solidFill>
                <a:effectLst/>
                <a:latin typeface="+mn-lt"/>
                <a:ea typeface="+mn-ea"/>
                <a:cs typeface="+mn-cs"/>
              </a:rPr>
              <a:t> in </a:t>
            </a:r>
            <a:r>
              <a:rPr lang="de-CH" sz="1200" b="0" i="0" u="none" strike="noStrike" kern="1200" dirty="0" err="1">
                <a:solidFill>
                  <a:schemeClr val="tx1"/>
                </a:solidFill>
                <a:effectLst/>
                <a:latin typeface="+mn-lt"/>
                <a:ea typeface="+mn-ea"/>
                <a:cs typeface="+mn-cs"/>
              </a:rPr>
              <a:t>both</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scenarios</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showing</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that</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hardware</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consolidation</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alone</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cannot</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offset</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the</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increasing</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energy</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requirements</a:t>
            </a:r>
            <a:r>
              <a:rPr lang="de-CH" sz="1200" b="0" i="0" u="none" strike="noStrike" kern="1200" dirty="0">
                <a:solidFill>
                  <a:schemeClr val="tx1"/>
                </a:solidFill>
                <a:effectLst/>
                <a:latin typeface="+mn-lt"/>
                <a:ea typeface="+mn-ea"/>
                <a:cs typeface="+mn-cs"/>
              </a:rPr>
              <a:t> </a:t>
            </a:r>
            <a:r>
              <a:rPr lang="de-CH" sz="1200" b="0" i="0" u="none" strike="noStrike" kern="1200" dirty="0" err="1">
                <a:solidFill>
                  <a:schemeClr val="tx1"/>
                </a:solidFill>
                <a:effectLst/>
                <a:latin typeface="+mn-lt"/>
                <a:ea typeface="+mn-ea"/>
                <a:cs typeface="+mn-cs"/>
              </a:rPr>
              <a:t>of</a:t>
            </a:r>
            <a:r>
              <a:rPr lang="de-CH" sz="1200" b="0" i="0" u="none" strike="noStrike" kern="1200" dirty="0">
                <a:solidFill>
                  <a:schemeClr val="tx1"/>
                </a:solidFill>
                <a:effectLst/>
                <a:latin typeface="+mn-lt"/>
                <a:ea typeface="+mn-ea"/>
                <a:cs typeface="+mn-cs"/>
              </a:rPr>
              <a:t> large-</a:t>
            </a:r>
            <a:r>
              <a:rPr lang="de-CH" sz="1200" b="0" i="0" u="none" strike="noStrike" kern="1200" dirty="0" err="1">
                <a:solidFill>
                  <a:schemeClr val="tx1"/>
                </a:solidFill>
                <a:effectLst/>
                <a:latin typeface="+mn-lt"/>
                <a:ea typeface="+mn-ea"/>
                <a:cs typeface="+mn-cs"/>
              </a:rPr>
              <a:t>scale</a:t>
            </a:r>
            <a:r>
              <a:rPr lang="de-CH" sz="1200" b="0" i="0" u="none" strike="noStrike" kern="1200" dirty="0">
                <a:solidFill>
                  <a:schemeClr val="tx1"/>
                </a:solidFill>
                <a:effectLst/>
                <a:latin typeface="+mn-lt"/>
                <a:ea typeface="+mn-ea"/>
                <a:cs typeface="+mn-cs"/>
              </a:rPr>
              <a:t> AI.</a:t>
            </a:r>
            <a:endParaRPr lang="en-CH" dirty="0"/>
          </a:p>
        </p:txBody>
      </p:sp>
      <p:sp>
        <p:nvSpPr>
          <p:cNvPr id="4" name="Slide Number Placeholder 3">
            <a:extLst>
              <a:ext uri="{FF2B5EF4-FFF2-40B4-BE49-F238E27FC236}">
                <a16:creationId xmlns:a16="http://schemas.microsoft.com/office/drawing/2014/main" id="{1EB1485C-E460-C0C1-BDE2-C705252BDAA9}"/>
              </a:ext>
            </a:extLst>
          </p:cNvPr>
          <p:cNvSpPr>
            <a:spLocks noGrp="1"/>
          </p:cNvSpPr>
          <p:nvPr>
            <p:ph type="sldNum" sz="quarter" idx="5"/>
          </p:nvPr>
        </p:nvSpPr>
        <p:spPr/>
        <p:txBody>
          <a:bodyPr/>
          <a:lstStyle/>
          <a:p>
            <a:fld id="{066A568A-248A-2842-B036-CF6014FE7BF6}" type="slidenum">
              <a:rPr lang="en-US" smtClean="0"/>
              <a:t>11</a:t>
            </a:fld>
            <a:endParaRPr lang="en-US"/>
          </a:p>
        </p:txBody>
      </p:sp>
    </p:spTree>
    <p:extLst>
      <p:ext uri="{BB962C8B-B14F-4D97-AF65-F5344CB8AC3E}">
        <p14:creationId xmlns:p14="http://schemas.microsoft.com/office/powerpoint/2010/main" val="24546029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2F72A781-246D-92DD-C30F-506F9E5AF8B4}"/>
            </a:ext>
          </a:extLst>
        </p:cNvPr>
        <p:cNvGrpSpPr/>
        <p:nvPr/>
      </p:nvGrpSpPr>
      <p:grpSpPr>
        <a:xfrm>
          <a:off x="0" y="0"/>
          <a:ext cx="0" cy="0"/>
          <a:chOff x="0" y="0"/>
          <a:chExt cx="0" cy="0"/>
        </a:xfrm>
      </p:grpSpPr>
      <p:sp>
        <p:nvSpPr>
          <p:cNvPr id="76" name="Google Shape;76;g35f391192_00:notes">
            <a:extLst>
              <a:ext uri="{FF2B5EF4-FFF2-40B4-BE49-F238E27FC236}">
                <a16:creationId xmlns:a16="http://schemas.microsoft.com/office/drawing/2014/main" id="{875D8128-44C2-1055-FDA7-F29EBE886B3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5f391192_00:notes">
            <a:extLst>
              <a:ext uri="{FF2B5EF4-FFF2-40B4-BE49-F238E27FC236}">
                <a16:creationId xmlns:a16="http://schemas.microsoft.com/office/drawing/2014/main" id="{C7262DDE-E4EF-7C79-AE95-4C923C7299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r-CH" dirty="0">
              <a:cs typeface="Calibri"/>
            </a:endParaRPr>
          </a:p>
        </p:txBody>
      </p:sp>
    </p:spTree>
    <p:extLst>
      <p:ext uri="{BB962C8B-B14F-4D97-AF65-F5344CB8AC3E}">
        <p14:creationId xmlns:p14="http://schemas.microsoft.com/office/powerpoint/2010/main" val="19500922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dirty="0"/>
              <a:t>With the starwars role play</a:t>
            </a:r>
            <a:endParaRPr lang="en-CH" dirty="0"/>
          </a:p>
        </p:txBody>
      </p:sp>
      <p:sp>
        <p:nvSpPr>
          <p:cNvPr id="4" name="Slide Number Placeholder 3"/>
          <p:cNvSpPr>
            <a:spLocks noGrp="1"/>
          </p:cNvSpPr>
          <p:nvPr>
            <p:ph type="sldNum" sz="quarter" idx="5"/>
          </p:nvPr>
        </p:nvSpPr>
        <p:spPr/>
        <p:txBody>
          <a:bodyPr/>
          <a:lstStyle/>
          <a:p>
            <a:fld id="{066A568A-248A-2842-B036-CF6014FE7BF6}" type="slidenum">
              <a:rPr lang="en-US" smtClean="0"/>
              <a:t>16</a:t>
            </a:fld>
            <a:endParaRPr lang="en-US"/>
          </a:p>
        </p:txBody>
      </p:sp>
    </p:spTree>
    <p:extLst>
      <p:ext uri="{BB962C8B-B14F-4D97-AF65-F5344CB8AC3E}">
        <p14:creationId xmlns:p14="http://schemas.microsoft.com/office/powerpoint/2010/main" val="35366898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CH" dirty="0"/>
              <a:t>Without the role play</a:t>
            </a:r>
            <a:endParaRPr lang="en-CH" dirty="0"/>
          </a:p>
        </p:txBody>
      </p:sp>
      <p:sp>
        <p:nvSpPr>
          <p:cNvPr id="4" name="Slide Number Placeholder 3"/>
          <p:cNvSpPr>
            <a:spLocks noGrp="1"/>
          </p:cNvSpPr>
          <p:nvPr>
            <p:ph type="sldNum" sz="quarter" idx="5"/>
          </p:nvPr>
        </p:nvSpPr>
        <p:spPr/>
        <p:txBody>
          <a:bodyPr/>
          <a:lstStyle/>
          <a:p>
            <a:fld id="{066A568A-248A-2842-B036-CF6014FE7BF6}" type="slidenum">
              <a:rPr lang="en-US" smtClean="0"/>
              <a:t>17</a:t>
            </a:fld>
            <a:endParaRPr lang="en-US"/>
          </a:p>
        </p:txBody>
      </p:sp>
    </p:spTree>
    <p:extLst>
      <p:ext uri="{BB962C8B-B14F-4D97-AF65-F5344CB8AC3E}">
        <p14:creationId xmlns:p14="http://schemas.microsoft.com/office/powerpoint/2010/main" val="3324378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a:extLst>
            <a:ext uri="{FF2B5EF4-FFF2-40B4-BE49-F238E27FC236}">
              <a16:creationId xmlns:a16="http://schemas.microsoft.com/office/drawing/2014/main" id="{D2E65B2A-AA2F-1DDC-D7F8-6B5E56924BAF}"/>
            </a:ext>
          </a:extLst>
        </p:cNvPr>
        <p:cNvGrpSpPr/>
        <p:nvPr/>
      </p:nvGrpSpPr>
      <p:grpSpPr>
        <a:xfrm>
          <a:off x="0" y="0"/>
          <a:ext cx="0" cy="0"/>
          <a:chOff x="0" y="0"/>
          <a:chExt cx="0" cy="0"/>
        </a:xfrm>
      </p:grpSpPr>
      <p:sp>
        <p:nvSpPr>
          <p:cNvPr id="76" name="Google Shape;76;g35f391192_00:notes">
            <a:extLst>
              <a:ext uri="{FF2B5EF4-FFF2-40B4-BE49-F238E27FC236}">
                <a16:creationId xmlns:a16="http://schemas.microsoft.com/office/drawing/2014/main" id="{933C14C4-33DA-F593-6AEB-524B6E405B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5f391192_00:notes">
            <a:extLst>
              <a:ext uri="{FF2B5EF4-FFF2-40B4-BE49-F238E27FC236}">
                <a16:creationId xmlns:a16="http://schemas.microsoft.com/office/drawing/2014/main" id="{35FECB1E-6FDC-29E6-C765-6A330DBE24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r-CH" dirty="0">
              <a:cs typeface="Calibri"/>
            </a:endParaRPr>
          </a:p>
        </p:txBody>
      </p:sp>
    </p:spTree>
    <p:extLst>
      <p:ext uri="{BB962C8B-B14F-4D97-AF65-F5344CB8AC3E}">
        <p14:creationId xmlns:p14="http://schemas.microsoft.com/office/powerpoint/2010/main" val="16366091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066A568A-248A-2842-B036-CF6014FE7BF6}" type="slidenum">
              <a:rPr lang="en-US" smtClean="0"/>
              <a:t>20</a:t>
            </a:fld>
            <a:endParaRPr lang="en-US"/>
          </a:p>
        </p:txBody>
      </p:sp>
    </p:spTree>
    <p:extLst>
      <p:ext uri="{BB962C8B-B14F-4D97-AF65-F5344CB8AC3E}">
        <p14:creationId xmlns:p14="http://schemas.microsoft.com/office/powerpoint/2010/main" val="24750267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066A568A-248A-2842-B036-CF6014FE7BF6}" type="slidenum">
              <a:rPr lang="en-US" smtClean="0"/>
              <a:t>21</a:t>
            </a:fld>
            <a:endParaRPr lang="en-US"/>
          </a:p>
        </p:txBody>
      </p:sp>
    </p:spTree>
    <p:extLst>
      <p:ext uri="{BB962C8B-B14F-4D97-AF65-F5344CB8AC3E}">
        <p14:creationId xmlns:p14="http://schemas.microsoft.com/office/powerpoint/2010/main" val="35153266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066A568A-248A-2842-B036-CF6014FE7BF6}" type="slidenum">
              <a:rPr lang="en-US" smtClean="0"/>
              <a:t>22</a:t>
            </a:fld>
            <a:endParaRPr lang="en-US"/>
          </a:p>
        </p:txBody>
      </p:sp>
    </p:spTree>
    <p:extLst>
      <p:ext uri="{BB962C8B-B14F-4D97-AF65-F5344CB8AC3E}">
        <p14:creationId xmlns:p14="http://schemas.microsoft.com/office/powerpoint/2010/main" val="41232880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066A568A-248A-2842-B036-CF6014FE7BF6}" type="slidenum">
              <a:rPr lang="en-US" smtClean="0"/>
              <a:t>23</a:t>
            </a:fld>
            <a:endParaRPr lang="en-US"/>
          </a:p>
        </p:txBody>
      </p:sp>
    </p:spTree>
    <p:extLst>
      <p:ext uri="{BB962C8B-B14F-4D97-AF65-F5344CB8AC3E}">
        <p14:creationId xmlns:p14="http://schemas.microsoft.com/office/powerpoint/2010/main" val="17041680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H" dirty="0"/>
          </a:p>
        </p:txBody>
      </p:sp>
      <p:sp>
        <p:nvSpPr>
          <p:cNvPr id="4" name="Slide Number Placeholder 3"/>
          <p:cNvSpPr>
            <a:spLocks noGrp="1"/>
          </p:cNvSpPr>
          <p:nvPr>
            <p:ph type="sldNum" sz="quarter" idx="5"/>
          </p:nvPr>
        </p:nvSpPr>
        <p:spPr/>
        <p:txBody>
          <a:bodyPr/>
          <a:lstStyle/>
          <a:p>
            <a:fld id="{066A568A-248A-2842-B036-CF6014FE7BF6}" type="slidenum">
              <a:rPr lang="en-US" smtClean="0"/>
              <a:t>24</a:t>
            </a:fld>
            <a:endParaRPr lang="en-US"/>
          </a:p>
        </p:txBody>
      </p:sp>
    </p:spTree>
    <p:extLst>
      <p:ext uri="{BB962C8B-B14F-4D97-AF65-F5344CB8AC3E}">
        <p14:creationId xmlns:p14="http://schemas.microsoft.com/office/powerpoint/2010/main" val="28333334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8E20B-19B0-1203-6362-0C184A13BA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D6F8BE-C7EE-191D-36FD-1FC9DF9BC8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BF780F-AE24-32EC-B35B-0DBECA5B1D8F}"/>
              </a:ext>
            </a:extLst>
          </p:cNvPr>
          <p:cNvSpPr>
            <a:spLocks noGrp="1"/>
          </p:cNvSpPr>
          <p:nvPr>
            <p:ph type="body" idx="1"/>
          </p:nvPr>
        </p:nvSpPr>
        <p:spPr/>
        <p:txBody>
          <a:bodyPr/>
          <a:lstStyle/>
          <a:p>
            <a:endParaRPr lang="en-CH" dirty="0"/>
          </a:p>
        </p:txBody>
      </p:sp>
      <p:sp>
        <p:nvSpPr>
          <p:cNvPr id="4" name="Slide Number Placeholder 3">
            <a:extLst>
              <a:ext uri="{FF2B5EF4-FFF2-40B4-BE49-F238E27FC236}">
                <a16:creationId xmlns:a16="http://schemas.microsoft.com/office/drawing/2014/main" id="{2FF733EC-A0B5-86AD-BFF1-4084271B9B9B}"/>
              </a:ext>
            </a:extLst>
          </p:cNvPr>
          <p:cNvSpPr>
            <a:spLocks noGrp="1"/>
          </p:cNvSpPr>
          <p:nvPr>
            <p:ph type="sldNum" sz="quarter" idx="5"/>
          </p:nvPr>
        </p:nvSpPr>
        <p:spPr/>
        <p:txBody>
          <a:bodyPr/>
          <a:lstStyle/>
          <a:p>
            <a:fld id="{066A568A-248A-2842-B036-CF6014FE7BF6}" type="slidenum">
              <a:rPr lang="en-US" smtClean="0"/>
              <a:t>25</a:t>
            </a:fld>
            <a:endParaRPr lang="en-US"/>
          </a:p>
        </p:txBody>
      </p:sp>
    </p:spTree>
    <p:extLst>
      <p:ext uri="{BB962C8B-B14F-4D97-AF65-F5344CB8AC3E}">
        <p14:creationId xmlns:p14="http://schemas.microsoft.com/office/powerpoint/2010/main" val="17853032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35ed75ccf_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35ed75ccf_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r>
              <a:rPr lang="fr-CH" dirty="0" err="1"/>
              <a:t>What</a:t>
            </a:r>
            <a:r>
              <a:rPr lang="fr-CH" dirty="0"/>
              <a:t> </a:t>
            </a:r>
            <a:r>
              <a:rPr lang="fr-CH" dirty="0" err="1"/>
              <a:t>we</a:t>
            </a:r>
            <a:r>
              <a:rPr lang="fr-CH" dirty="0"/>
              <a:t> </a:t>
            </a:r>
            <a:r>
              <a:rPr lang="fr-CH" dirty="0" err="1"/>
              <a:t>need</a:t>
            </a:r>
            <a:r>
              <a:rPr lang="fr-CH" dirty="0"/>
              <a:t> </a:t>
            </a:r>
            <a:r>
              <a:rPr lang="fr-CH" dirty="0" err="1"/>
              <a:t>from</a:t>
            </a:r>
            <a:r>
              <a:rPr lang="fr-CH" dirty="0"/>
              <a:t> </a:t>
            </a:r>
            <a:r>
              <a:rPr lang="fr-CH" dirty="0" err="1"/>
              <a:t>them</a:t>
            </a:r>
            <a:r>
              <a:rPr lang="fr-CH" dirty="0"/>
              <a:t> : </a:t>
            </a:r>
          </a:p>
          <a:p>
            <a:pPr marL="628650" lvl="1" indent="-171450" algn="l" rtl="0">
              <a:spcBef>
                <a:spcPts val="0"/>
              </a:spcBef>
              <a:spcAft>
                <a:spcPts val="0"/>
              </a:spcAft>
              <a:buFontTx/>
              <a:buChar char="-"/>
            </a:pPr>
            <a:r>
              <a:rPr lang="fr-CH" dirty="0" err="1"/>
              <a:t>Advice</a:t>
            </a:r>
            <a:r>
              <a:rPr lang="fr-CH" dirty="0"/>
              <a:t> on how to </a:t>
            </a:r>
            <a:r>
              <a:rPr lang="fr-CH" dirty="0" err="1"/>
              <a:t>pursue</a:t>
            </a:r>
            <a:r>
              <a:rPr lang="fr-CH" dirty="0"/>
              <a:t> the </a:t>
            </a:r>
            <a:r>
              <a:rPr lang="fr-CH" dirty="0" err="1"/>
              <a:t>project</a:t>
            </a:r>
            <a:r>
              <a:rPr lang="fr-CH" dirty="0"/>
              <a:t> </a:t>
            </a:r>
          </a:p>
          <a:p>
            <a:pPr marL="628650" lvl="1" indent="-171450" algn="l" rtl="0">
              <a:spcBef>
                <a:spcPts val="0"/>
              </a:spcBef>
              <a:spcAft>
                <a:spcPts val="0"/>
              </a:spcAft>
              <a:buFontTx/>
              <a:buChar char="-"/>
            </a:pPr>
            <a:r>
              <a:rPr lang="fr-CH" dirty="0" err="1"/>
              <a:t>Did</a:t>
            </a:r>
            <a:r>
              <a:rPr lang="fr-CH" dirty="0"/>
              <a:t> I </a:t>
            </a:r>
            <a:r>
              <a:rPr lang="fr-CH" dirty="0" err="1"/>
              <a:t>missed</a:t>
            </a:r>
            <a:r>
              <a:rPr lang="fr-CH" dirty="0"/>
              <a:t> </a:t>
            </a:r>
            <a:r>
              <a:rPr lang="fr-CH" dirty="0" err="1"/>
              <a:t>something</a:t>
            </a:r>
            <a:r>
              <a:rPr lang="fr-CH" dirty="0"/>
              <a:t> in </a:t>
            </a:r>
            <a:r>
              <a:rPr lang="fr-CH" dirty="0" err="1"/>
              <a:t>my</a:t>
            </a:r>
            <a:r>
              <a:rPr lang="fr-CH" dirty="0"/>
              <a:t> </a:t>
            </a:r>
            <a:r>
              <a:rPr lang="fr-CH" dirty="0" err="1"/>
              <a:t>research</a:t>
            </a:r>
            <a:r>
              <a:rPr lang="fr-CH" dirty="0"/>
              <a:t> / </a:t>
            </a:r>
            <a:r>
              <a:rPr lang="fr-CH" dirty="0" err="1"/>
              <a:t>litteture</a:t>
            </a:r>
            <a:r>
              <a:rPr lang="fr-CH" dirty="0"/>
              <a:t> </a:t>
            </a:r>
            <a:r>
              <a:rPr lang="fr-CH" dirty="0" err="1"/>
              <a:t>review</a:t>
            </a:r>
            <a:r>
              <a:rPr lang="fr-CH" dirty="0"/>
              <a:t> </a:t>
            </a:r>
          </a:p>
          <a:p>
            <a:pPr marL="628650" lvl="1" indent="-171450" algn="l" rtl="0">
              <a:spcBef>
                <a:spcPts val="0"/>
              </a:spcBef>
              <a:spcAft>
                <a:spcPts val="0"/>
              </a:spcAft>
              <a:buFontTx/>
              <a:buChar char="-"/>
            </a:pPr>
            <a:r>
              <a:rPr lang="fr-CH" dirty="0"/>
              <a:t>Point of contact in case I have </a:t>
            </a:r>
            <a:r>
              <a:rPr lang="fr-CH" dirty="0" err="1"/>
              <a:t>some</a:t>
            </a:r>
            <a:r>
              <a:rPr lang="fr-CH" dirty="0"/>
              <a:t> questions </a:t>
            </a:r>
            <a:endParaRPr dirty="0"/>
          </a:p>
        </p:txBody>
      </p:sp>
    </p:spTree>
    <p:extLst>
      <p:ext uri="{BB962C8B-B14F-4D97-AF65-F5344CB8AC3E}">
        <p14:creationId xmlns:p14="http://schemas.microsoft.com/office/powerpoint/2010/main" val="27963578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56E1F-185C-FD48-B670-5147B6C5C777}"/>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79C20BAA-E293-CB42-ABDD-B299DDA68F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69B0E692-362B-C149-9CDC-C3F5C2B70FC0}"/>
              </a:ext>
            </a:extLst>
          </p:cNvPr>
          <p:cNvSpPr>
            <a:spLocks noGrp="1"/>
          </p:cNvSpPr>
          <p:nvPr>
            <p:ph type="dt" sz="half" idx="10"/>
          </p:nvPr>
        </p:nvSpPr>
        <p:spPr/>
        <p:txBody>
          <a:bodyPr/>
          <a:lstStyle/>
          <a:p>
            <a:fld id="{65A0C125-2532-3641-B876-7455AA778F23}" type="datetimeFigureOut">
              <a:rPr lang="en-US" smtClean="0"/>
              <a:t>9/20/2026</a:t>
            </a:fld>
            <a:endParaRPr lang="en-US" dirty="0"/>
          </a:p>
        </p:txBody>
      </p:sp>
      <p:sp>
        <p:nvSpPr>
          <p:cNvPr id="5" name="Footer Placeholder 4">
            <a:extLst>
              <a:ext uri="{FF2B5EF4-FFF2-40B4-BE49-F238E27FC236}">
                <a16:creationId xmlns:a16="http://schemas.microsoft.com/office/drawing/2014/main" id="{28BAEB12-4C9C-9145-8994-5577B78E71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EE806E-B856-7845-B6DC-25FC9051D2FB}"/>
              </a:ext>
            </a:extLst>
          </p:cNvPr>
          <p:cNvSpPr>
            <a:spLocks noGrp="1"/>
          </p:cNvSpPr>
          <p:nvPr>
            <p:ph type="sldNum" sz="quarter" idx="12"/>
          </p:nvPr>
        </p:nvSpPr>
        <p:spPr/>
        <p:txBody>
          <a:bodyPr/>
          <a:lstStyle/>
          <a:p>
            <a:fld id="{475DD01F-83B9-9C48-84ED-F265EC84A76C}" type="slidenum">
              <a:rPr lang="en-US" smtClean="0"/>
              <a:t>‹#›</a:t>
            </a:fld>
            <a:endParaRPr lang="en-US"/>
          </a:p>
        </p:txBody>
      </p:sp>
    </p:spTree>
    <p:extLst>
      <p:ext uri="{BB962C8B-B14F-4D97-AF65-F5344CB8AC3E}">
        <p14:creationId xmlns:p14="http://schemas.microsoft.com/office/powerpoint/2010/main" val="104163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1C2B9-717C-8B41-91EF-438D71E20E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E8CBF1-E157-7A49-A590-CD763E2BB8CB}"/>
              </a:ext>
            </a:extLst>
          </p:cNvPr>
          <p:cNvSpPr>
            <a:spLocks noGrp="1"/>
          </p:cNvSpPr>
          <p:nvPr>
            <p:ph idx="1"/>
          </p:nvPr>
        </p:nvSpPr>
        <p:spPr/>
        <p:txBody>
          <a:bodyPr/>
          <a:lstStyle>
            <a:lvl1pPr>
              <a:defRPr b="0" i="0">
                <a:latin typeface="Helvetica Neue Thin" panose="020B0403020202020204" pitchFamily="34" charset="0"/>
                <a:ea typeface="Helvetica Neue Thin" panose="020B0403020202020204" pitchFamily="34" charset="0"/>
              </a:defRPr>
            </a:lvl1pPr>
            <a:lvl2pPr>
              <a:defRPr b="0" i="0">
                <a:latin typeface="Helvetica Neue Thin" panose="020B0403020202020204" pitchFamily="34" charset="0"/>
                <a:ea typeface="Helvetica Neue Thin" panose="020B0403020202020204" pitchFamily="34" charset="0"/>
              </a:defRPr>
            </a:lvl2pPr>
            <a:lvl3pPr>
              <a:defRPr b="0" i="0">
                <a:latin typeface="Helvetica Neue Thin" panose="020B0403020202020204" pitchFamily="34" charset="0"/>
                <a:ea typeface="Helvetica Neue Thin" panose="020B0403020202020204" pitchFamily="34" charset="0"/>
              </a:defRPr>
            </a:lvl3pPr>
            <a:lvl4pPr>
              <a:defRPr b="0" i="0">
                <a:latin typeface="Helvetica Neue Thin" panose="020B0403020202020204" pitchFamily="34" charset="0"/>
                <a:ea typeface="Helvetica Neue Thin" panose="020B0403020202020204" pitchFamily="34" charset="0"/>
              </a:defRPr>
            </a:lvl4pPr>
            <a:lvl5pPr>
              <a:defRPr b="0" i="0">
                <a:latin typeface="Helvetica Neue Thin" panose="020B0403020202020204" pitchFamily="34" charset="0"/>
                <a:ea typeface="Helvetica Neue Thin" panose="020B0403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10E463-3DBE-CA4C-A79E-5532BFAACF79}"/>
              </a:ext>
            </a:extLst>
          </p:cNvPr>
          <p:cNvSpPr>
            <a:spLocks noGrp="1"/>
          </p:cNvSpPr>
          <p:nvPr>
            <p:ph type="dt" sz="half" idx="10"/>
          </p:nvPr>
        </p:nvSpPr>
        <p:spPr/>
        <p:txBody>
          <a:bodyPr/>
          <a:lstStyle/>
          <a:p>
            <a:fld id="{65A0C125-2532-3641-B876-7455AA778F23}" type="datetimeFigureOut">
              <a:rPr lang="en-US" smtClean="0"/>
              <a:t>9/20/2026</a:t>
            </a:fld>
            <a:endParaRPr lang="en-US"/>
          </a:p>
        </p:txBody>
      </p:sp>
      <p:sp>
        <p:nvSpPr>
          <p:cNvPr id="5" name="Footer Placeholder 4">
            <a:extLst>
              <a:ext uri="{FF2B5EF4-FFF2-40B4-BE49-F238E27FC236}">
                <a16:creationId xmlns:a16="http://schemas.microsoft.com/office/drawing/2014/main" id="{2BD19655-2496-874B-96B0-B7E9D367DD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FBC1B3-E2C9-FC43-BCF2-746895C4BACC}"/>
              </a:ext>
            </a:extLst>
          </p:cNvPr>
          <p:cNvSpPr>
            <a:spLocks noGrp="1"/>
          </p:cNvSpPr>
          <p:nvPr>
            <p:ph type="sldNum" sz="quarter" idx="12"/>
          </p:nvPr>
        </p:nvSpPr>
        <p:spPr/>
        <p:txBody>
          <a:bodyPr/>
          <a:lstStyle/>
          <a:p>
            <a:fld id="{475DD01F-83B9-9C48-84ED-F265EC84A76C}" type="slidenum">
              <a:rPr lang="en-US" smtClean="0"/>
              <a:t>‹#›</a:t>
            </a:fld>
            <a:endParaRPr lang="en-US"/>
          </a:p>
        </p:txBody>
      </p:sp>
    </p:spTree>
    <p:extLst>
      <p:ext uri="{BB962C8B-B14F-4D97-AF65-F5344CB8AC3E}">
        <p14:creationId xmlns:p14="http://schemas.microsoft.com/office/powerpoint/2010/main" val="8944385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E05CB-BFE9-A442-A285-F29C95AE02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506EC12-29D0-1947-88E8-D9A662D772C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8378044-14A9-914D-A2E9-002F2226CAD4}"/>
              </a:ext>
            </a:extLst>
          </p:cNvPr>
          <p:cNvSpPr>
            <a:spLocks noGrp="1"/>
          </p:cNvSpPr>
          <p:nvPr>
            <p:ph type="dt" sz="half" idx="10"/>
          </p:nvPr>
        </p:nvSpPr>
        <p:spPr/>
        <p:txBody>
          <a:bodyPr/>
          <a:lstStyle/>
          <a:p>
            <a:fld id="{65A0C125-2532-3641-B876-7455AA778F23}" type="datetimeFigureOut">
              <a:rPr lang="en-US" smtClean="0"/>
              <a:t>9/20/2026</a:t>
            </a:fld>
            <a:endParaRPr lang="en-US"/>
          </a:p>
        </p:txBody>
      </p:sp>
      <p:sp>
        <p:nvSpPr>
          <p:cNvPr id="5" name="Footer Placeholder 4">
            <a:extLst>
              <a:ext uri="{FF2B5EF4-FFF2-40B4-BE49-F238E27FC236}">
                <a16:creationId xmlns:a16="http://schemas.microsoft.com/office/drawing/2014/main" id="{7BC5C45A-CD47-3249-ABF0-ABE64E006D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37D2C2-603E-6C40-B386-3777BDF85101}"/>
              </a:ext>
            </a:extLst>
          </p:cNvPr>
          <p:cNvSpPr>
            <a:spLocks noGrp="1"/>
          </p:cNvSpPr>
          <p:nvPr>
            <p:ph type="sldNum" sz="quarter" idx="12"/>
          </p:nvPr>
        </p:nvSpPr>
        <p:spPr/>
        <p:txBody>
          <a:bodyPr/>
          <a:lstStyle/>
          <a:p>
            <a:fld id="{475DD01F-83B9-9C48-84ED-F265EC84A76C}" type="slidenum">
              <a:rPr lang="en-US" smtClean="0"/>
              <a:t>‹#›</a:t>
            </a:fld>
            <a:endParaRPr lang="en-US"/>
          </a:p>
        </p:txBody>
      </p:sp>
    </p:spTree>
    <p:extLst>
      <p:ext uri="{BB962C8B-B14F-4D97-AF65-F5344CB8AC3E}">
        <p14:creationId xmlns:p14="http://schemas.microsoft.com/office/powerpoint/2010/main" val="40411486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92271-DB77-704B-B8C9-56A8F6EE9F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C1DE39-1C43-FC4B-A2BA-3A018E29961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D362E35-7AEC-484C-A2CF-646728296DE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107496-C424-9D49-83ED-FBBA9900100F}"/>
              </a:ext>
            </a:extLst>
          </p:cNvPr>
          <p:cNvSpPr>
            <a:spLocks noGrp="1"/>
          </p:cNvSpPr>
          <p:nvPr>
            <p:ph type="dt" sz="half" idx="10"/>
          </p:nvPr>
        </p:nvSpPr>
        <p:spPr/>
        <p:txBody>
          <a:bodyPr/>
          <a:lstStyle/>
          <a:p>
            <a:fld id="{65A0C125-2532-3641-B876-7455AA778F23}" type="datetimeFigureOut">
              <a:rPr lang="en-US" smtClean="0"/>
              <a:t>9/20/2026</a:t>
            </a:fld>
            <a:endParaRPr lang="en-US"/>
          </a:p>
        </p:txBody>
      </p:sp>
      <p:sp>
        <p:nvSpPr>
          <p:cNvPr id="6" name="Footer Placeholder 5">
            <a:extLst>
              <a:ext uri="{FF2B5EF4-FFF2-40B4-BE49-F238E27FC236}">
                <a16:creationId xmlns:a16="http://schemas.microsoft.com/office/drawing/2014/main" id="{9295247F-9999-8647-9C86-67A198211E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E5FA9D-CC14-674E-A708-256D6EE5E747}"/>
              </a:ext>
            </a:extLst>
          </p:cNvPr>
          <p:cNvSpPr>
            <a:spLocks noGrp="1"/>
          </p:cNvSpPr>
          <p:nvPr>
            <p:ph type="sldNum" sz="quarter" idx="12"/>
          </p:nvPr>
        </p:nvSpPr>
        <p:spPr/>
        <p:txBody>
          <a:bodyPr/>
          <a:lstStyle/>
          <a:p>
            <a:fld id="{475DD01F-83B9-9C48-84ED-F265EC84A76C}" type="slidenum">
              <a:rPr lang="en-US" smtClean="0"/>
              <a:t>‹#›</a:t>
            </a:fld>
            <a:endParaRPr lang="en-US"/>
          </a:p>
        </p:txBody>
      </p:sp>
    </p:spTree>
    <p:extLst>
      <p:ext uri="{BB962C8B-B14F-4D97-AF65-F5344CB8AC3E}">
        <p14:creationId xmlns:p14="http://schemas.microsoft.com/office/powerpoint/2010/main" val="24924126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348D6-721C-D644-8249-1A20877B0261}"/>
              </a:ext>
            </a:extLst>
          </p:cNvPr>
          <p:cNvSpPr>
            <a:spLocks noGrp="1"/>
          </p:cNvSpPr>
          <p:nvPr>
            <p:ph type="title"/>
          </p:nvPr>
        </p:nvSpPr>
        <p:spPr>
          <a:xfrm>
            <a:off x="839788" y="365125"/>
            <a:ext cx="10515600" cy="1325563"/>
          </a:xfrm>
        </p:spPr>
        <p:txBody>
          <a:bodyPr/>
          <a:lstStyle>
            <a:lvl1pPr>
              <a:defRPr b="0" i="0">
                <a:latin typeface="Helvetica Neue Thin" panose="020B0403020202020204" pitchFamily="34" charset="0"/>
                <a:ea typeface="Helvetica Neue Thin" panose="020B0403020202020204"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49FCEDB9-54F5-4944-AD63-B5F614552C35}"/>
              </a:ext>
            </a:extLst>
          </p:cNvPr>
          <p:cNvSpPr>
            <a:spLocks noGrp="1"/>
          </p:cNvSpPr>
          <p:nvPr>
            <p:ph type="body" idx="1"/>
          </p:nvPr>
        </p:nvSpPr>
        <p:spPr>
          <a:xfrm>
            <a:off x="839788" y="1681163"/>
            <a:ext cx="5157787" cy="823912"/>
          </a:xfrm>
        </p:spPr>
        <p:txBody>
          <a:bodyPr anchor="b"/>
          <a:lstStyle>
            <a:lvl1pPr marL="0" indent="0">
              <a:buNone/>
              <a:defRPr sz="2400" b="0" i="0">
                <a:latin typeface="Helvetica Neue Thin" panose="020B0403020202020204" pitchFamily="34" charset="0"/>
                <a:ea typeface="Helvetica Neue Thin" panose="020B0403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21FD813-BD8C-CE4A-A91E-A29E230ADB22}"/>
              </a:ext>
            </a:extLst>
          </p:cNvPr>
          <p:cNvSpPr>
            <a:spLocks noGrp="1"/>
          </p:cNvSpPr>
          <p:nvPr>
            <p:ph sz="half" idx="2"/>
          </p:nvPr>
        </p:nvSpPr>
        <p:spPr>
          <a:xfrm>
            <a:off x="839788" y="2505075"/>
            <a:ext cx="5157787" cy="3684588"/>
          </a:xfrm>
        </p:spPr>
        <p:txBody>
          <a:bodyPr/>
          <a:lstStyle>
            <a:lvl1pPr>
              <a:defRPr b="0" i="0">
                <a:latin typeface="Helvetica Neue Thin" panose="020B0403020202020204" pitchFamily="34" charset="0"/>
                <a:ea typeface="Helvetica Neue Thin" panose="020B0403020202020204" pitchFamily="34" charset="0"/>
              </a:defRPr>
            </a:lvl1pPr>
            <a:lvl2pPr>
              <a:defRPr b="0" i="0">
                <a:latin typeface="Helvetica Neue Thin" panose="020B0403020202020204" pitchFamily="34" charset="0"/>
                <a:ea typeface="Helvetica Neue Thin" panose="020B0403020202020204" pitchFamily="34" charset="0"/>
              </a:defRPr>
            </a:lvl2pPr>
            <a:lvl3pPr>
              <a:defRPr b="0" i="0">
                <a:latin typeface="Helvetica Neue Thin" panose="020B0403020202020204" pitchFamily="34" charset="0"/>
                <a:ea typeface="Helvetica Neue Thin" panose="020B0403020202020204" pitchFamily="34" charset="0"/>
              </a:defRPr>
            </a:lvl3pPr>
            <a:lvl4pPr>
              <a:defRPr b="0" i="0">
                <a:latin typeface="Helvetica Neue Thin" panose="020B0403020202020204" pitchFamily="34" charset="0"/>
                <a:ea typeface="Helvetica Neue Thin" panose="020B0403020202020204" pitchFamily="34" charset="0"/>
              </a:defRPr>
            </a:lvl4pPr>
            <a:lvl5pPr>
              <a:defRPr b="0" i="0">
                <a:latin typeface="Helvetica Neue Thin" panose="020B0403020202020204" pitchFamily="34" charset="0"/>
                <a:ea typeface="Helvetica Neue Thin" panose="020B0403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84546F6-B59E-F346-B326-7DE103A40BD9}"/>
              </a:ext>
            </a:extLst>
          </p:cNvPr>
          <p:cNvSpPr>
            <a:spLocks noGrp="1"/>
          </p:cNvSpPr>
          <p:nvPr>
            <p:ph type="body" sz="quarter" idx="3"/>
          </p:nvPr>
        </p:nvSpPr>
        <p:spPr>
          <a:xfrm>
            <a:off x="6172200" y="1681163"/>
            <a:ext cx="5183188" cy="823912"/>
          </a:xfrm>
        </p:spPr>
        <p:txBody>
          <a:bodyPr anchor="b"/>
          <a:lstStyle>
            <a:lvl1pPr marL="0" indent="0">
              <a:buNone/>
              <a:defRPr sz="2400" b="0" i="0">
                <a:latin typeface="Helvetica Neue Thin" panose="020B0403020202020204" pitchFamily="34" charset="0"/>
                <a:ea typeface="Helvetica Neue Thin" panose="020B0403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CAE15F0-0D57-C742-892B-71A47F2E456E}"/>
              </a:ext>
            </a:extLst>
          </p:cNvPr>
          <p:cNvSpPr>
            <a:spLocks noGrp="1"/>
          </p:cNvSpPr>
          <p:nvPr>
            <p:ph sz="quarter" idx="4"/>
          </p:nvPr>
        </p:nvSpPr>
        <p:spPr>
          <a:xfrm>
            <a:off x="6172200" y="2505075"/>
            <a:ext cx="5183188" cy="3684588"/>
          </a:xfrm>
        </p:spPr>
        <p:txBody>
          <a:bodyPr/>
          <a:lstStyle>
            <a:lvl1pPr>
              <a:defRPr b="0" i="0">
                <a:latin typeface="Helvetica Neue Thin" panose="020B0403020202020204" pitchFamily="34" charset="0"/>
                <a:ea typeface="Helvetica Neue Thin" panose="020B0403020202020204" pitchFamily="34" charset="0"/>
              </a:defRPr>
            </a:lvl1pPr>
            <a:lvl2pPr>
              <a:defRPr b="0" i="0">
                <a:latin typeface="Helvetica Neue Thin" panose="020B0403020202020204" pitchFamily="34" charset="0"/>
                <a:ea typeface="Helvetica Neue Thin" panose="020B0403020202020204" pitchFamily="34" charset="0"/>
              </a:defRPr>
            </a:lvl2pPr>
            <a:lvl3pPr>
              <a:defRPr b="0" i="0">
                <a:latin typeface="Helvetica Neue Thin" panose="020B0403020202020204" pitchFamily="34" charset="0"/>
                <a:ea typeface="Helvetica Neue Thin" panose="020B0403020202020204" pitchFamily="34" charset="0"/>
              </a:defRPr>
            </a:lvl3pPr>
            <a:lvl4pPr>
              <a:defRPr b="0" i="0">
                <a:latin typeface="Helvetica Neue Thin" panose="020B0403020202020204" pitchFamily="34" charset="0"/>
                <a:ea typeface="Helvetica Neue Thin" panose="020B0403020202020204" pitchFamily="34" charset="0"/>
              </a:defRPr>
            </a:lvl4pPr>
            <a:lvl5pPr>
              <a:defRPr b="0" i="0">
                <a:latin typeface="Helvetica Neue Thin" panose="020B0403020202020204" pitchFamily="34" charset="0"/>
                <a:ea typeface="Helvetica Neue Thin" panose="020B0403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EAECE06-0BAD-5440-A7ED-3C8C180E92C2}"/>
              </a:ext>
            </a:extLst>
          </p:cNvPr>
          <p:cNvSpPr>
            <a:spLocks noGrp="1"/>
          </p:cNvSpPr>
          <p:nvPr>
            <p:ph type="dt" sz="half" idx="10"/>
          </p:nvPr>
        </p:nvSpPr>
        <p:spPr/>
        <p:txBody>
          <a:bodyPr/>
          <a:lstStyle/>
          <a:p>
            <a:fld id="{65A0C125-2532-3641-B876-7455AA778F23}" type="datetimeFigureOut">
              <a:rPr lang="en-US" smtClean="0"/>
              <a:t>9/20/2026</a:t>
            </a:fld>
            <a:endParaRPr lang="en-US"/>
          </a:p>
        </p:txBody>
      </p:sp>
      <p:sp>
        <p:nvSpPr>
          <p:cNvPr id="8" name="Footer Placeholder 7">
            <a:extLst>
              <a:ext uri="{FF2B5EF4-FFF2-40B4-BE49-F238E27FC236}">
                <a16:creationId xmlns:a16="http://schemas.microsoft.com/office/drawing/2014/main" id="{791E312C-DE3D-F745-ACFC-1A8F656387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ACA48B1-20FB-0542-B8B8-97BE8E5160D7}"/>
              </a:ext>
            </a:extLst>
          </p:cNvPr>
          <p:cNvSpPr>
            <a:spLocks noGrp="1"/>
          </p:cNvSpPr>
          <p:nvPr>
            <p:ph type="sldNum" sz="quarter" idx="12"/>
          </p:nvPr>
        </p:nvSpPr>
        <p:spPr/>
        <p:txBody>
          <a:bodyPr/>
          <a:lstStyle/>
          <a:p>
            <a:fld id="{475DD01F-83B9-9C48-84ED-F265EC84A76C}" type="slidenum">
              <a:rPr lang="en-US" smtClean="0"/>
              <a:t>‹#›</a:t>
            </a:fld>
            <a:endParaRPr lang="en-US"/>
          </a:p>
        </p:txBody>
      </p:sp>
    </p:spTree>
    <p:extLst>
      <p:ext uri="{BB962C8B-B14F-4D97-AF65-F5344CB8AC3E}">
        <p14:creationId xmlns:p14="http://schemas.microsoft.com/office/powerpoint/2010/main" val="3627256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308CD-D09F-9F4C-B2E2-508D0A2B9AFD}"/>
              </a:ext>
            </a:extLst>
          </p:cNvPr>
          <p:cNvSpPr>
            <a:spLocks noGrp="1"/>
          </p:cNvSpPr>
          <p:nvPr>
            <p:ph type="title"/>
          </p:nvPr>
        </p:nvSpPr>
        <p:spPr/>
        <p:txBody>
          <a:bodyPr/>
          <a:lstStyle>
            <a:lvl1pPr>
              <a:defRPr b="0" i="0">
                <a:latin typeface="Helvetica Neue Thin" panose="020B0403020202020204" pitchFamily="34" charset="0"/>
                <a:ea typeface="Helvetica Neue Thin" panose="020B0403020202020204" pitchFamily="34" charset="0"/>
              </a:defRPr>
            </a:lvl1pPr>
          </a:lstStyle>
          <a:p>
            <a:r>
              <a:rPr lang="en-US"/>
              <a:t>Click to edit Master title style</a:t>
            </a:r>
          </a:p>
        </p:txBody>
      </p:sp>
      <p:sp>
        <p:nvSpPr>
          <p:cNvPr id="3" name="Date Placeholder 2">
            <a:extLst>
              <a:ext uri="{FF2B5EF4-FFF2-40B4-BE49-F238E27FC236}">
                <a16:creationId xmlns:a16="http://schemas.microsoft.com/office/drawing/2014/main" id="{DA221DA9-635D-5641-978E-DA35571E9910}"/>
              </a:ext>
            </a:extLst>
          </p:cNvPr>
          <p:cNvSpPr>
            <a:spLocks noGrp="1"/>
          </p:cNvSpPr>
          <p:nvPr>
            <p:ph type="dt" sz="half" idx="10"/>
          </p:nvPr>
        </p:nvSpPr>
        <p:spPr/>
        <p:txBody>
          <a:bodyPr/>
          <a:lstStyle/>
          <a:p>
            <a:fld id="{65A0C125-2532-3641-B876-7455AA778F23}" type="datetimeFigureOut">
              <a:rPr lang="en-US" smtClean="0"/>
              <a:t>9/20/2026</a:t>
            </a:fld>
            <a:endParaRPr lang="en-US"/>
          </a:p>
        </p:txBody>
      </p:sp>
      <p:sp>
        <p:nvSpPr>
          <p:cNvPr id="4" name="Footer Placeholder 3">
            <a:extLst>
              <a:ext uri="{FF2B5EF4-FFF2-40B4-BE49-F238E27FC236}">
                <a16:creationId xmlns:a16="http://schemas.microsoft.com/office/drawing/2014/main" id="{4EF09858-75D3-4049-89C5-9E323EBBEC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A0987AC-CAB2-7F4A-8C40-E44FF9D0A63D}"/>
              </a:ext>
            </a:extLst>
          </p:cNvPr>
          <p:cNvSpPr>
            <a:spLocks noGrp="1"/>
          </p:cNvSpPr>
          <p:nvPr>
            <p:ph type="sldNum" sz="quarter" idx="12"/>
          </p:nvPr>
        </p:nvSpPr>
        <p:spPr/>
        <p:txBody>
          <a:bodyPr/>
          <a:lstStyle/>
          <a:p>
            <a:fld id="{475DD01F-83B9-9C48-84ED-F265EC84A76C}" type="slidenum">
              <a:rPr lang="en-US" smtClean="0"/>
              <a:t>‹#›</a:t>
            </a:fld>
            <a:endParaRPr lang="en-US"/>
          </a:p>
        </p:txBody>
      </p:sp>
    </p:spTree>
    <p:extLst>
      <p:ext uri="{BB962C8B-B14F-4D97-AF65-F5344CB8AC3E}">
        <p14:creationId xmlns:p14="http://schemas.microsoft.com/office/powerpoint/2010/main" val="3190039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3B0D43-2740-294A-90E1-64FECCD8F610}"/>
              </a:ext>
            </a:extLst>
          </p:cNvPr>
          <p:cNvSpPr>
            <a:spLocks noGrp="1"/>
          </p:cNvSpPr>
          <p:nvPr>
            <p:ph type="dt" sz="half" idx="10"/>
          </p:nvPr>
        </p:nvSpPr>
        <p:spPr/>
        <p:txBody>
          <a:bodyPr/>
          <a:lstStyle/>
          <a:p>
            <a:fld id="{65A0C125-2532-3641-B876-7455AA778F23}" type="datetimeFigureOut">
              <a:rPr lang="en-US" smtClean="0"/>
              <a:t>9/20/2026</a:t>
            </a:fld>
            <a:endParaRPr lang="en-US"/>
          </a:p>
        </p:txBody>
      </p:sp>
      <p:sp>
        <p:nvSpPr>
          <p:cNvPr id="3" name="Footer Placeholder 2">
            <a:extLst>
              <a:ext uri="{FF2B5EF4-FFF2-40B4-BE49-F238E27FC236}">
                <a16:creationId xmlns:a16="http://schemas.microsoft.com/office/drawing/2014/main" id="{E0D38866-4D48-CD4D-9555-63FA08A577F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6193CC-060F-2A48-A477-BF8A344FB944}"/>
              </a:ext>
            </a:extLst>
          </p:cNvPr>
          <p:cNvSpPr>
            <a:spLocks noGrp="1"/>
          </p:cNvSpPr>
          <p:nvPr>
            <p:ph type="sldNum" sz="quarter" idx="12"/>
          </p:nvPr>
        </p:nvSpPr>
        <p:spPr/>
        <p:txBody>
          <a:bodyPr/>
          <a:lstStyle/>
          <a:p>
            <a:fld id="{475DD01F-83B9-9C48-84ED-F265EC84A76C}" type="slidenum">
              <a:rPr lang="en-US" smtClean="0"/>
              <a:t>‹#›</a:t>
            </a:fld>
            <a:endParaRPr lang="en-US"/>
          </a:p>
        </p:txBody>
      </p:sp>
    </p:spTree>
    <p:extLst>
      <p:ext uri="{BB962C8B-B14F-4D97-AF65-F5344CB8AC3E}">
        <p14:creationId xmlns:p14="http://schemas.microsoft.com/office/powerpoint/2010/main" val="883271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6CAC9-87DD-E141-8DFE-58AB1BD8F40C}"/>
              </a:ext>
            </a:extLst>
          </p:cNvPr>
          <p:cNvSpPr>
            <a:spLocks noGrp="1"/>
          </p:cNvSpPr>
          <p:nvPr>
            <p:ph type="title"/>
          </p:nvPr>
        </p:nvSpPr>
        <p:spPr>
          <a:xfrm>
            <a:off x="839788" y="457200"/>
            <a:ext cx="3932237" cy="1600200"/>
          </a:xfrm>
        </p:spPr>
        <p:txBody>
          <a:bodyPr anchor="b"/>
          <a:lstStyle>
            <a:lvl1pPr>
              <a:defRPr sz="3200" b="0" i="0">
                <a:latin typeface="Helvetica Neue Thin" panose="020B0403020202020204" pitchFamily="34" charset="0"/>
                <a:ea typeface="Helvetica Neue Thin" panose="020B0403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337F645E-74CC-9448-ADB8-73C7DB1E91B1}"/>
              </a:ext>
            </a:extLst>
          </p:cNvPr>
          <p:cNvSpPr>
            <a:spLocks noGrp="1"/>
          </p:cNvSpPr>
          <p:nvPr>
            <p:ph idx="1"/>
          </p:nvPr>
        </p:nvSpPr>
        <p:spPr>
          <a:xfrm>
            <a:off x="5183188" y="987425"/>
            <a:ext cx="6172200" cy="4873625"/>
          </a:xfrm>
        </p:spPr>
        <p:txBody>
          <a:bodyPr/>
          <a:lstStyle>
            <a:lvl1pPr>
              <a:defRPr sz="3200" b="0" i="0">
                <a:latin typeface="Helvetica Neue Thin" panose="020B0403020202020204" pitchFamily="34" charset="0"/>
                <a:ea typeface="Helvetica Neue Thin" panose="020B0403020202020204" pitchFamily="34" charset="0"/>
              </a:defRPr>
            </a:lvl1pPr>
            <a:lvl2pPr>
              <a:defRPr sz="2800" b="0" i="0">
                <a:latin typeface="Helvetica Neue Thin" panose="020B0403020202020204" pitchFamily="34" charset="0"/>
                <a:ea typeface="Helvetica Neue Thin" panose="020B0403020202020204" pitchFamily="34" charset="0"/>
              </a:defRPr>
            </a:lvl2pPr>
            <a:lvl3pPr>
              <a:defRPr sz="2400" b="0" i="0">
                <a:latin typeface="Helvetica Neue Thin" panose="020B0403020202020204" pitchFamily="34" charset="0"/>
                <a:ea typeface="Helvetica Neue Thin" panose="020B0403020202020204" pitchFamily="34" charset="0"/>
              </a:defRPr>
            </a:lvl3pPr>
            <a:lvl4pPr>
              <a:defRPr sz="2000" b="0" i="0">
                <a:latin typeface="Helvetica Neue Thin" panose="020B0403020202020204" pitchFamily="34" charset="0"/>
                <a:ea typeface="Helvetica Neue Thin" panose="020B0403020202020204" pitchFamily="34" charset="0"/>
              </a:defRPr>
            </a:lvl4pPr>
            <a:lvl5pPr>
              <a:defRPr sz="2000" b="0" i="0">
                <a:latin typeface="Helvetica Neue Thin" panose="020B0403020202020204" pitchFamily="34" charset="0"/>
                <a:ea typeface="Helvetica Neue Thin" panose="020B0403020202020204" pitchFamily="34" charset="0"/>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6F7572-91FA-1C48-A41E-414FD75CA7AC}"/>
              </a:ext>
            </a:extLst>
          </p:cNvPr>
          <p:cNvSpPr>
            <a:spLocks noGrp="1"/>
          </p:cNvSpPr>
          <p:nvPr>
            <p:ph type="body" sz="half" idx="2"/>
          </p:nvPr>
        </p:nvSpPr>
        <p:spPr>
          <a:xfrm>
            <a:off x="839788" y="2057400"/>
            <a:ext cx="3932237" cy="3811588"/>
          </a:xfrm>
        </p:spPr>
        <p:txBody>
          <a:bodyPr/>
          <a:lstStyle>
            <a:lvl1pPr marL="0" indent="0">
              <a:buNone/>
              <a:defRPr sz="1600" b="0" i="0">
                <a:latin typeface="Helvetica Neue Thin" panose="020B0403020202020204" pitchFamily="34" charset="0"/>
                <a:ea typeface="Helvetica Neue Thin" panose="020B0403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DE8E171-80AE-1E49-B4DA-5896A923871D}"/>
              </a:ext>
            </a:extLst>
          </p:cNvPr>
          <p:cNvSpPr>
            <a:spLocks noGrp="1"/>
          </p:cNvSpPr>
          <p:nvPr>
            <p:ph type="dt" sz="half" idx="10"/>
          </p:nvPr>
        </p:nvSpPr>
        <p:spPr/>
        <p:txBody>
          <a:bodyPr/>
          <a:lstStyle/>
          <a:p>
            <a:fld id="{65A0C125-2532-3641-B876-7455AA778F23}" type="datetimeFigureOut">
              <a:rPr lang="en-US" smtClean="0"/>
              <a:t>9/20/2026</a:t>
            </a:fld>
            <a:endParaRPr lang="en-US"/>
          </a:p>
        </p:txBody>
      </p:sp>
      <p:sp>
        <p:nvSpPr>
          <p:cNvPr id="6" name="Footer Placeholder 5">
            <a:extLst>
              <a:ext uri="{FF2B5EF4-FFF2-40B4-BE49-F238E27FC236}">
                <a16:creationId xmlns:a16="http://schemas.microsoft.com/office/drawing/2014/main" id="{8676388B-822A-8543-80D7-B92CCC1EFD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1D927A-6E68-954D-A25A-7927DD47D051}"/>
              </a:ext>
            </a:extLst>
          </p:cNvPr>
          <p:cNvSpPr>
            <a:spLocks noGrp="1"/>
          </p:cNvSpPr>
          <p:nvPr>
            <p:ph type="sldNum" sz="quarter" idx="12"/>
          </p:nvPr>
        </p:nvSpPr>
        <p:spPr/>
        <p:txBody>
          <a:bodyPr/>
          <a:lstStyle/>
          <a:p>
            <a:fld id="{475DD01F-83B9-9C48-84ED-F265EC84A76C}" type="slidenum">
              <a:rPr lang="en-US" smtClean="0"/>
              <a:t>‹#›</a:t>
            </a:fld>
            <a:endParaRPr lang="en-US"/>
          </a:p>
        </p:txBody>
      </p:sp>
    </p:spTree>
    <p:extLst>
      <p:ext uri="{BB962C8B-B14F-4D97-AF65-F5344CB8AC3E}">
        <p14:creationId xmlns:p14="http://schemas.microsoft.com/office/powerpoint/2010/main" val="550207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25311-0726-2146-B6FB-91CA2E3A56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2097E2F-C1F8-F345-8459-F8866B513A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0ACFAEA-093B-F040-A3B8-EF3A4CFEDF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17BFB82-5558-CC40-ACCD-23C7DAB38427}"/>
              </a:ext>
            </a:extLst>
          </p:cNvPr>
          <p:cNvSpPr>
            <a:spLocks noGrp="1"/>
          </p:cNvSpPr>
          <p:nvPr>
            <p:ph type="dt" sz="half" idx="10"/>
          </p:nvPr>
        </p:nvSpPr>
        <p:spPr/>
        <p:txBody>
          <a:bodyPr/>
          <a:lstStyle/>
          <a:p>
            <a:fld id="{65A0C125-2532-3641-B876-7455AA778F23}" type="datetimeFigureOut">
              <a:rPr lang="en-US" smtClean="0"/>
              <a:t>9/20/2026</a:t>
            </a:fld>
            <a:endParaRPr lang="en-US"/>
          </a:p>
        </p:txBody>
      </p:sp>
      <p:sp>
        <p:nvSpPr>
          <p:cNvPr id="6" name="Footer Placeholder 5">
            <a:extLst>
              <a:ext uri="{FF2B5EF4-FFF2-40B4-BE49-F238E27FC236}">
                <a16:creationId xmlns:a16="http://schemas.microsoft.com/office/drawing/2014/main" id="{CFD19C5E-0506-1A41-8645-C0DF28CF05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4EBF77-5CB6-194D-A3AD-AA982EBCC423}"/>
              </a:ext>
            </a:extLst>
          </p:cNvPr>
          <p:cNvSpPr>
            <a:spLocks noGrp="1"/>
          </p:cNvSpPr>
          <p:nvPr>
            <p:ph type="sldNum" sz="quarter" idx="12"/>
          </p:nvPr>
        </p:nvSpPr>
        <p:spPr/>
        <p:txBody>
          <a:bodyPr/>
          <a:lstStyle/>
          <a:p>
            <a:fld id="{475DD01F-83B9-9C48-84ED-F265EC84A76C}" type="slidenum">
              <a:rPr lang="en-US" smtClean="0"/>
              <a:t>‹#›</a:t>
            </a:fld>
            <a:endParaRPr lang="en-US"/>
          </a:p>
        </p:txBody>
      </p:sp>
    </p:spTree>
    <p:extLst>
      <p:ext uri="{BB962C8B-B14F-4D97-AF65-F5344CB8AC3E}">
        <p14:creationId xmlns:p14="http://schemas.microsoft.com/office/powerpoint/2010/main" val="3594286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4D202-214F-804B-996F-406C160F2F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20FC54-7FA2-CF48-A354-B6EE8D8AABA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7B2DD0-4885-A541-86CF-231434EA963F}"/>
              </a:ext>
            </a:extLst>
          </p:cNvPr>
          <p:cNvSpPr>
            <a:spLocks noGrp="1"/>
          </p:cNvSpPr>
          <p:nvPr>
            <p:ph type="dt" sz="half" idx="10"/>
          </p:nvPr>
        </p:nvSpPr>
        <p:spPr/>
        <p:txBody>
          <a:bodyPr/>
          <a:lstStyle/>
          <a:p>
            <a:fld id="{65A0C125-2532-3641-B876-7455AA778F23}" type="datetimeFigureOut">
              <a:rPr lang="en-US" smtClean="0"/>
              <a:t>9/20/2026</a:t>
            </a:fld>
            <a:endParaRPr lang="en-US"/>
          </a:p>
        </p:txBody>
      </p:sp>
      <p:sp>
        <p:nvSpPr>
          <p:cNvPr id="5" name="Footer Placeholder 4">
            <a:extLst>
              <a:ext uri="{FF2B5EF4-FFF2-40B4-BE49-F238E27FC236}">
                <a16:creationId xmlns:a16="http://schemas.microsoft.com/office/drawing/2014/main" id="{7D28F850-3890-3445-8C13-F20506AD21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FD6B70-22EB-7E46-8263-C2E150D51626}"/>
              </a:ext>
            </a:extLst>
          </p:cNvPr>
          <p:cNvSpPr>
            <a:spLocks noGrp="1"/>
          </p:cNvSpPr>
          <p:nvPr>
            <p:ph type="sldNum" sz="quarter" idx="12"/>
          </p:nvPr>
        </p:nvSpPr>
        <p:spPr/>
        <p:txBody>
          <a:bodyPr/>
          <a:lstStyle/>
          <a:p>
            <a:fld id="{475DD01F-83B9-9C48-84ED-F265EC84A76C}" type="slidenum">
              <a:rPr lang="en-US" smtClean="0"/>
              <a:t>‹#›</a:t>
            </a:fld>
            <a:endParaRPr lang="en-US"/>
          </a:p>
        </p:txBody>
      </p:sp>
    </p:spTree>
    <p:extLst>
      <p:ext uri="{BB962C8B-B14F-4D97-AF65-F5344CB8AC3E}">
        <p14:creationId xmlns:p14="http://schemas.microsoft.com/office/powerpoint/2010/main" val="1087872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90010C-6793-014D-8FA6-C7BDCF5776A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3A0131-8F97-0A4F-80F8-102D52917C2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111DEA-C0ED-B547-8B2B-A210673A06E5}"/>
              </a:ext>
            </a:extLst>
          </p:cNvPr>
          <p:cNvSpPr>
            <a:spLocks noGrp="1"/>
          </p:cNvSpPr>
          <p:nvPr>
            <p:ph type="dt" sz="half" idx="10"/>
          </p:nvPr>
        </p:nvSpPr>
        <p:spPr/>
        <p:txBody>
          <a:bodyPr/>
          <a:lstStyle/>
          <a:p>
            <a:fld id="{65A0C125-2532-3641-B876-7455AA778F23}" type="datetimeFigureOut">
              <a:rPr lang="en-US" smtClean="0"/>
              <a:t>9/20/2026</a:t>
            </a:fld>
            <a:endParaRPr lang="en-US"/>
          </a:p>
        </p:txBody>
      </p:sp>
      <p:sp>
        <p:nvSpPr>
          <p:cNvPr id="5" name="Footer Placeholder 4">
            <a:extLst>
              <a:ext uri="{FF2B5EF4-FFF2-40B4-BE49-F238E27FC236}">
                <a16:creationId xmlns:a16="http://schemas.microsoft.com/office/drawing/2014/main" id="{7782F799-496D-2E4E-ABF7-E534726889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DC0F57-BDE0-5540-A635-D02B8D65BA33}"/>
              </a:ext>
            </a:extLst>
          </p:cNvPr>
          <p:cNvSpPr>
            <a:spLocks noGrp="1"/>
          </p:cNvSpPr>
          <p:nvPr>
            <p:ph type="sldNum" sz="quarter" idx="12"/>
          </p:nvPr>
        </p:nvSpPr>
        <p:spPr/>
        <p:txBody>
          <a:bodyPr/>
          <a:lstStyle/>
          <a:p>
            <a:fld id="{475DD01F-83B9-9C48-84ED-F265EC84A76C}" type="slidenum">
              <a:rPr lang="en-US" smtClean="0"/>
              <a:t>‹#›</a:t>
            </a:fld>
            <a:endParaRPr lang="en-US"/>
          </a:p>
        </p:txBody>
      </p:sp>
    </p:spTree>
    <p:extLst>
      <p:ext uri="{BB962C8B-B14F-4D97-AF65-F5344CB8AC3E}">
        <p14:creationId xmlns:p14="http://schemas.microsoft.com/office/powerpoint/2010/main" val="20015244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pic>
        <p:nvPicPr>
          <p:cNvPr id="6" name="Picture 5" descr="A picture containing text, indoor, wall, computer&#10;&#10;Description automatically generated">
            <a:extLst>
              <a:ext uri="{FF2B5EF4-FFF2-40B4-BE49-F238E27FC236}">
                <a16:creationId xmlns:a16="http://schemas.microsoft.com/office/drawing/2014/main" id="{DED1045F-80F9-4E45-BB10-ED7908C1CACC}"/>
              </a:ext>
            </a:extLst>
          </p:cNvPr>
          <p:cNvPicPr>
            <a:picLocks noChangeAspect="1"/>
          </p:cNvPicPr>
          <p:nvPr userDrawn="1"/>
        </p:nvPicPr>
        <p:blipFill>
          <a:blip r:embed="rId2"/>
          <a:stretch>
            <a:fillRect/>
          </a:stretch>
        </p:blipFill>
        <p:spPr>
          <a:xfrm>
            <a:off x="6682" y="0"/>
            <a:ext cx="12185318" cy="8124367"/>
          </a:xfrm>
          <a:prstGeom prst="rect">
            <a:avLst/>
          </a:prstGeom>
        </p:spPr>
      </p:pic>
      <p:sp>
        <p:nvSpPr>
          <p:cNvPr id="11" name="Google Shape;11;p2"/>
          <p:cNvSpPr/>
          <p:nvPr/>
        </p:nvSpPr>
        <p:spPr>
          <a:xfrm>
            <a:off x="772000" y="2560600"/>
            <a:ext cx="72400" cy="1589200"/>
          </a:xfrm>
          <a:prstGeom prst="rect">
            <a:avLst/>
          </a:pr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solidFill>
                <a:srgbClr val="FFFFFF"/>
              </a:solidFill>
            </a:endParaRPr>
          </a:p>
        </p:txBody>
      </p:sp>
      <p:sp>
        <p:nvSpPr>
          <p:cNvPr id="2" name="Slide Number Placeholder 1">
            <a:extLst>
              <a:ext uri="{FF2B5EF4-FFF2-40B4-BE49-F238E27FC236}">
                <a16:creationId xmlns:a16="http://schemas.microsoft.com/office/drawing/2014/main" id="{07EB08DA-9C97-B848-B67B-AAA5B722F4ED}"/>
              </a:ext>
            </a:extLst>
          </p:cNvPr>
          <p:cNvSpPr>
            <a:spLocks noGrp="1"/>
          </p:cNvSpPr>
          <p:nvPr>
            <p:ph type="sldNum" idx="10"/>
          </p:nvPr>
        </p:nvSpPr>
        <p:spPr/>
        <p:txBody>
          <a:bodyPr/>
          <a:lstStyle/>
          <a:p>
            <a:fld id="{00000000-1234-1234-1234-123412341234}" type="slidenum">
              <a:rPr lang="en" smtClean="0"/>
              <a:pPr/>
              <a:t>‹#›</a:t>
            </a:fld>
            <a:endParaRPr lang="en"/>
          </a:p>
        </p:txBody>
      </p:sp>
      <p:sp>
        <p:nvSpPr>
          <p:cNvPr id="10" name="Google Shape;10;p2"/>
          <p:cNvSpPr/>
          <p:nvPr/>
        </p:nvSpPr>
        <p:spPr>
          <a:xfrm>
            <a:off x="6682" y="0"/>
            <a:ext cx="12296273" cy="7204979"/>
          </a:xfrm>
          <a:prstGeom prst="rect">
            <a:avLst/>
          </a:prstGeom>
          <a:solidFill>
            <a:srgbClr val="4E9799">
              <a:alpha val="38824"/>
            </a:srgbClr>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sp>
        <p:nvSpPr>
          <p:cNvPr id="12" name="Google Shape;12;p2"/>
          <p:cNvSpPr txBox="1">
            <a:spLocks noGrp="1"/>
          </p:cNvSpPr>
          <p:nvPr>
            <p:ph type="ctrTitle" hasCustomPrompt="1"/>
          </p:nvPr>
        </p:nvSpPr>
        <p:spPr>
          <a:xfrm>
            <a:off x="772000" y="2700583"/>
            <a:ext cx="9402842" cy="1546400"/>
          </a:xfrm>
          <a:prstGeom prst="rect">
            <a:avLst/>
          </a:prstGeom>
        </p:spPr>
        <p:txBody>
          <a:bodyPr spcFirstLastPara="1" wrap="square" lIns="91425" tIns="91425" rIns="91425" bIns="91425" anchor="ctr" anchorCtr="0">
            <a:normAutofit/>
          </a:bodyPr>
          <a:lstStyle>
            <a:lvl1pPr lvl="0">
              <a:spcBef>
                <a:spcPts val="0"/>
              </a:spcBef>
              <a:spcAft>
                <a:spcPts val="0"/>
              </a:spcAft>
              <a:buClr>
                <a:srgbClr val="FFFFFF"/>
              </a:buClr>
              <a:buSzPts val="4800"/>
              <a:buNone/>
              <a:defRPr sz="6000">
                <a:solidFill>
                  <a:srgbClr val="FFFFFF"/>
                </a:solidFill>
              </a:defRPr>
            </a:lvl1pPr>
            <a:lvl2pPr lvl="1">
              <a:spcBef>
                <a:spcPts val="0"/>
              </a:spcBef>
              <a:spcAft>
                <a:spcPts val="0"/>
              </a:spcAft>
              <a:buClr>
                <a:srgbClr val="FFFFFF"/>
              </a:buClr>
              <a:buSzPts val="4800"/>
              <a:buNone/>
              <a:defRPr sz="6400">
                <a:solidFill>
                  <a:srgbClr val="FFFFFF"/>
                </a:solidFill>
              </a:defRPr>
            </a:lvl2pPr>
            <a:lvl3pPr lvl="2">
              <a:spcBef>
                <a:spcPts val="0"/>
              </a:spcBef>
              <a:spcAft>
                <a:spcPts val="0"/>
              </a:spcAft>
              <a:buClr>
                <a:srgbClr val="FFFFFF"/>
              </a:buClr>
              <a:buSzPts val="4800"/>
              <a:buNone/>
              <a:defRPr sz="6400">
                <a:solidFill>
                  <a:srgbClr val="FFFFFF"/>
                </a:solidFill>
              </a:defRPr>
            </a:lvl3pPr>
            <a:lvl4pPr lvl="3">
              <a:spcBef>
                <a:spcPts val="0"/>
              </a:spcBef>
              <a:spcAft>
                <a:spcPts val="0"/>
              </a:spcAft>
              <a:buClr>
                <a:srgbClr val="FFFFFF"/>
              </a:buClr>
              <a:buSzPts val="4800"/>
              <a:buNone/>
              <a:defRPr sz="6400">
                <a:solidFill>
                  <a:srgbClr val="FFFFFF"/>
                </a:solidFill>
              </a:defRPr>
            </a:lvl4pPr>
            <a:lvl5pPr lvl="4">
              <a:spcBef>
                <a:spcPts val="0"/>
              </a:spcBef>
              <a:spcAft>
                <a:spcPts val="0"/>
              </a:spcAft>
              <a:buClr>
                <a:srgbClr val="FFFFFF"/>
              </a:buClr>
              <a:buSzPts val="4800"/>
              <a:buNone/>
              <a:defRPr sz="6400">
                <a:solidFill>
                  <a:srgbClr val="FFFFFF"/>
                </a:solidFill>
              </a:defRPr>
            </a:lvl5pPr>
            <a:lvl6pPr lvl="5">
              <a:spcBef>
                <a:spcPts val="0"/>
              </a:spcBef>
              <a:spcAft>
                <a:spcPts val="0"/>
              </a:spcAft>
              <a:buClr>
                <a:srgbClr val="FFFFFF"/>
              </a:buClr>
              <a:buSzPts val="4800"/>
              <a:buNone/>
              <a:defRPr sz="6400">
                <a:solidFill>
                  <a:srgbClr val="FFFFFF"/>
                </a:solidFill>
              </a:defRPr>
            </a:lvl6pPr>
            <a:lvl7pPr lvl="6">
              <a:spcBef>
                <a:spcPts val="0"/>
              </a:spcBef>
              <a:spcAft>
                <a:spcPts val="0"/>
              </a:spcAft>
              <a:buClr>
                <a:srgbClr val="FFFFFF"/>
              </a:buClr>
              <a:buSzPts val="4800"/>
              <a:buNone/>
              <a:defRPr sz="6400">
                <a:solidFill>
                  <a:srgbClr val="FFFFFF"/>
                </a:solidFill>
              </a:defRPr>
            </a:lvl7pPr>
            <a:lvl8pPr lvl="7">
              <a:spcBef>
                <a:spcPts val="0"/>
              </a:spcBef>
              <a:spcAft>
                <a:spcPts val="0"/>
              </a:spcAft>
              <a:buClr>
                <a:srgbClr val="FFFFFF"/>
              </a:buClr>
              <a:buSzPts val="4800"/>
              <a:buNone/>
              <a:defRPr sz="6400">
                <a:solidFill>
                  <a:srgbClr val="FFFFFF"/>
                </a:solidFill>
              </a:defRPr>
            </a:lvl8pPr>
            <a:lvl9pPr lvl="8">
              <a:spcBef>
                <a:spcPts val="0"/>
              </a:spcBef>
              <a:spcAft>
                <a:spcPts val="0"/>
              </a:spcAft>
              <a:buClr>
                <a:srgbClr val="FFFFFF"/>
              </a:buClr>
              <a:buSzPts val="4800"/>
              <a:buNone/>
              <a:defRPr sz="6400">
                <a:solidFill>
                  <a:srgbClr val="FFFFFF"/>
                </a:solidFill>
              </a:defRPr>
            </a:lvl9pPr>
          </a:lstStyle>
          <a:p>
            <a:r>
              <a:rPr lang="fr-CH" dirty="0"/>
              <a:t>Mobile App Design</a:t>
            </a:r>
            <a:br>
              <a:rPr lang="fr-CH" dirty="0"/>
            </a:br>
            <a:r>
              <a:rPr lang="fr-CH" sz="2400" dirty="0" err="1">
                <a:solidFill>
                  <a:srgbClr val="F1AE2B"/>
                </a:solidFill>
              </a:rPr>
              <a:t>Wie</a:t>
            </a:r>
            <a:r>
              <a:rPr lang="fr-CH" sz="2400" dirty="0">
                <a:solidFill>
                  <a:srgbClr val="F1AE2B"/>
                </a:solidFill>
              </a:rPr>
              <a:t> </a:t>
            </a:r>
            <a:r>
              <a:rPr lang="fr-CH" sz="2400" dirty="0" err="1">
                <a:solidFill>
                  <a:srgbClr val="F1AE2B"/>
                </a:solidFill>
              </a:rPr>
              <a:t>entstehen</a:t>
            </a:r>
            <a:r>
              <a:rPr lang="fr-CH" sz="2400" dirty="0">
                <a:solidFill>
                  <a:srgbClr val="F1AE2B"/>
                </a:solidFill>
              </a:rPr>
              <a:t> die Apps, die </a:t>
            </a:r>
            <a:r>
              <a:rPr lang="fr-CH" sz="2400" dirty="0" err="1">
                <a:solidFill>
                  <a:srgbClr val="F1AE2B"/>
                </a:solidFill>
              </a:rPr>
              <a:t>wir</a:t>
            </a:r>
            <a:r>
              <a:rPr lang="fr-CH" sz="2400" dirty="0">
                <a:solidFill>
                  <a:srgbClr val="F1AE2B"/>
                </a:solidFill>
              </a:rPr>
              <a:t> </a:t>
            </a:r>
            <a:r>
              <a:rPr lang="fr-CH" sz="2400" dirty="0" err="1">
                <a:solidFill>
                  <a:srgbClr val="F1AE2B"/>
                </a:solidFill>
              </a:rPr>
              <a:t>täglich</a:t>
            </a:r>
            <a:r>
              <a:rPr lang="fr-CH" sz="2400" dirty="0">
                <a:solidFill>
                  <a:srgbClr val="F1AE2B"/>
                </a:solidFill>
              </a:rPr>
              <a:t> </a:t>
            </a:r>
            <a:r>
              <a:rPr lang="fr-CH" sz="2400" dirty="0" err="1">
                <a:solidFill>
                  <a:srgbClr val="F1AE2B"/>
                </a:solidFill>
              </a:rPr>
              <a:t>nutzen</a:t>
            </a:r>
            <a:r>
              <a:rPr lang="fr-CH" sz="2400" dirty="0">
                <a:solidFill>
                  <a:srgbClr val="F1AE2B"/>
                </a:solidFill>
              </a:rPr>
              <a:t>? </a:t>
            </a:r>
            <a:r>
              <a:rPr lang="fr-CH" dirty="0"/>
              <a:t> </a:t>
            </a:r>
            <a:endParaRPr dirty="0"/>
          </a:p>
        </p:txBody>
      </p:sp>
      <p:sp>
        <p:nvSpPr>
          <p:cNvPr id="14" name="Shape 169">
            <a:extLst>
              <a:ext uri="{FF2B5EF4-FFF2-40B4-BE49-F238E27FC236}">
                <a16:creationId xmlns:a16="http://schemas.microsoft.com/office/drawing/2014/main" id="{F94D9889-9E59-B140-A09D-F5A0064AE6C7}"/>
              </a:ext>
            </a:extLst>
          </p:cNvPr>
          <p:cNvSpPr/>
          <p:nvPr userDrawn="1"/>
        </p:nvSpPr>
        <p:spPr>
          <a:xfrm>
            <a:off x="778792" y="4386966"/>
            <a:ext cx="6815807" cy="1609441"/>
          </a:xfrm>
          <a:prstGeom prst="rect">
            <a:avLst/>
          </a:prstGeom>
          <a:noFill/>
          <a:ln>
            <a:noFill/>
          </a:ln>
        </p:spPr>
        <p:txBody>
          <a:bodyPr lIns="121900" tIns="60933" rIns="121900" bIns="60933" anchor="t" anchorCtr="0">
            <a:noAutofit/>
          </a:bodyPr>
          <a:lstStyle/>
          <a:p>
            <a:pPr marL="0" marR="0" lvl="0" indent="0" algn="l" rtl="0">
              <a:lnSpc>
                <a:spcPct val="100000"/>
              </a:lnSpc>
              <a:spcBef>
                <a:spcPts val="0"/>
              </a:spcBef>
              <a:spcAft>
                <a:spcPts val="0"/>
              </a:spcAft>
              <a:buClr>
                <a:schemeClr val="lt1"/>
              </a:buClr>
              <a:buSzPct val="25000"/>
              <a:buFont typeface="Calibri"/>
              <a:buNone/>
            </a:pPr>
            <a:endParaRPr lang="en-US" sz="3200" dirty="0">
              <a:solidFill>
                <a:schemeClr val="bg1"/>
              </a:solidFill>
              <a:latin typeface="Helvetica Neue Light" panose="02000403000000020004" pitchFamily="2" charset="0"/>
              <a:ea typeface="Helvetica Neue Light" panose="02000403000000020004" pitchFamily="2" charset="0"/>
              <a:cs typeface="Calibri" charset="0"/>
              <a:sym typeface="Calibri"/>
            </a:endParaRPr>
          </a:p>
          <a:p>
            <a:pPr marL="0" marR="0" lvl="0" indent="0" algn="l" rtl="0">
              <a:lnSpc>
                <a:spcPct val="100000"/>
              </a:lnSpc>
              <a:spcBef>
                <a:spcPts val="0"/>
              </a:spcBef>
              <a:spcAft>
                <a:spcPts val="0"/>
              </a:spcAft>
              <a:buClr>
                <a:schemeClr val="lt1"/>
              </a:buClr>
              <a:buSzPct val="25000"/>
              <a:buFont typeface="Calibri"/>
              <a:buNone/>
            </a:pPr>
            <a:r>
              <a:rPr lang="en-US" sz="3200" u="none" strike="noStrike" cap="none" dirty="0" err="1">
                <a:solidFill>
                  <a:schemeClr val="bg1"/>
                </a:solidFill>
                <a:latin typeface="Helvetica Neue Light" panose="02000403000000020004" pitchFamily="2" charset="0"/>
                <a:ea typeface="Helvetica Neue Light" panose="02000403000000020004" pitchFamily="2" charset="0"/>
                <a:cs typeface="Calibri" charset="0"/>
                <a:sym typeface="Calibri"/>
              </a:rPr>
              <a:t>Kantonsschule</a:t>
            </a:r>
            <a:r>
              <a:rPr lang="en-US" sz="3200" u="none" strike="noStrike" cap="none" dirty="0">
                <a:solidFill>
                  <a:schemeClr val="bg1"/>
                </a:solidFill>
                <a:latin typeface="Helvetica Neue Light" panose="02000403000000020004" pitchFamily="2" charset="0"/>
                <a:ea typeface="Helvetica Neue Light" panose="02000403000000020004" pitchFamily="2" charset="0"/>
                <a:cs typeface="Calibri" charset="0"/>
                <a:sym typeface="Calibri"/>
              </a:rPr>
              <a:t> </a:t>
            </a:r>
            <a:r>
              <a:rPr lang="en-US" sz="3200" u="none" strike="noStrike" cap="none" dirty="0" err="1">
                <a:solidFill>
                  <a:schemeClr val="bg1"/>
                </a:solidFill>
                <a:latin typeface="Helvetica Neue Light" panose="02000403000000020004" pitchFamily="2" charset="0"/>
                <a:ea typeface="Helvetica Neue Light" panose="02000403000000020004" pitchFamily="2" charset="0"/>
                <a:cs typeface="Calibri" charset="0"/>
                <a:sym typeface="Calibri"/>
              </a:rPr>
              <a:t>Hottingen</a:t>
            </a:r>
            <a:r>
              <a:rPr lang="en-US" sz="3200" u="none" strike="noStrike" cap="none" dirty="0">
                <a:solidFill>
                  <a:schemeClr val="bg1"/>
                </a:solidFill>
                <a:latin typeface="Helvetica Neue Light" panose="02000403000000020004" pitchFamily="2" charset="0"/>
                <a:ea typeface="Helvetica Neue Light" panose="02000403000000020004" pitchFamily="2" charset="0"/>
                <a:cs typeface="Calibri" charset="0"/>
                <a:sym typeface="Calibri"/>
              </a:rPr>
              <a:t> (KSH)</a:t>
            </a:r>
          </a:p>
          <a:p>
            <a:pPr marL="0" marR="0" lvl="0" indent="0" algn="l" rtl="0">
              <a:lnSpc>
                <a:spcPct val="100000"/>
              </a:lnSpc>
              <a:spcBef>
                <a:spcPts val="0"/>
              </a:spcBef>
              <a:spcAft>
                <a:spcPts val="0"/>
              </a:spcAft>
              <a:buClr>
                <a:schemeClr val="lt1"/>
              </a:buClr>
              <a:buSzPct val="25000"/>
              <a:buFont typeface="Calibri"/>
              <a:buNone/>
            </a:pPr>
            <a:r>
              <a:rPr lang="en-US" sz="3200" u="none" strike="noStrike" cap="none" dirty="0">
                <a:solidFill>
                  <a:schemeClr val="bg1"/>
                </a:solidFill>
                <a:latin typeface="Helvetica Neue Light" panose="02000403000000020004" pitchFamily="2" charset="0"/>
                <a:ea typeface="Helvetica Neue Light" panose="02000403000000020004" pitchFamily="2" charset="0"/>
                <a:cs typeface="Calibri" charset="0"/>
                <a:sym typeface="Calibri"/>
              </a:rPr>
              <a:t>13. April 2022</a:t>
            </a:r>
          </a:p>
          <a:p>
            <a:pPr marL="0" marR="0" lvl="0" indent="0" algn="l" rtl="0">
              <a:lnSpc>
                <a:spcPct val="100000"/>
              </a:lnSpc>
              <a:spcBef>
                <a:spcPts val="0"/>
              </a:spcBef>
              <a:spcAft>
                <a:spcPts val="0"/>
              </a:spcAft>
              <a:buClr>
                <a:schemeClr val="lt1"/>
              </a:buClr>
              <a:buSzPct val="25000"/>
              <a:buFont typeface="Calibri"/>
              <a:buNone/>
            </a:pPr>
            <a:endParaRPr lang="en-US" sz="3200" dirty="0">
              <a:solidFill>
                <a:schemeClr val="bg1"/>
              </a:solidFill>
              <a:latin typeface="Helvetica Neue Light" panose="02000403000000020004" pitchFamily="2" charset="0"/>
              <a:ea typeface="Helvetica Neue Light" panose="02000403000000020004" pitchFamily="2" charset="0"/>
              <a:cs typeface="Calibri" charset="0"/>
            </a:endParaRPr>
          </a:p>
          <a:p>
            <a:endParaRPr lang="en-US" sz="2400" b="1" u="none" strike="noStrike" cap="none" dirty="0">
              <a:solidFill>
                <a:schemeClr val="bg1"/>
              </a:solidFill>
              <a:latin typeface="Helvetica Neue Light" panose="02000403000000020004" pitchFamily="2" charset="0"/>
              <a:ea typeface="Helvetica Neue Light" panose="02000403000000020004" pitchFamily="2" charset="0"/>
              <a:cs typeface="Calibri" charset="0"/>
              <a:sym typeface="Calibri"/>
            </a:endParaRPr>
          </a:p>
          <a:p>
            <a:endParaRPr sz="2667" b="1" u="none" strike="noStrike" cap="none" dirty="0">
              <a:solidFill>
                <a:schemeClr val="bg1"/>
              </a:solidFill>
              <a:latin typeface="Calibri" charset="0"/>
              <a:ea typeface="Calibri" charset="0"/>
              <a:cs typeface="Calibri" charset="0"/>
              <a:sym typeface="Calibri"/>
            </a:endParaRPr>
          </a:p>
        </p:txBody>
      </p:sp>
      <p:sp>
        <p:nvSpPr>
          <p:cNvPr id="3" name="TextBox 2">
            <a:extLst>
              <a:ext uri="{FF2B5EF4-FFF2-40B4-BE49-F238E27FC236}">
                <a16:creationId xmlns:a16="http://schemas.microsoft.com/office/drawing/2014/main" id="{6D336C4B-074F-F84B-91A0-17AAA3289477}"/>
              </a:ext>
            </a:extLst>
          </p:cNvPr>
          <p:cNvSpPr txBox="1"/>
          <p:nvPr userDrawn="1"/>
        </p:nvSpPr>
        <p:spPr>
          <a:xfrm>
            <a:off x="8078216" y="5996407"/>
            <a:ext cx="3960829" cy="461665"/>
          </a:xfrm>
          <a:prstGeom prst="rect">
            <a:avLst/>
          </a:prstGeom>
          <a:noFill/>
        </p:spPr>
        <p:txBody>
          <a:bodyPr wrap="none" rtlCol="0">
            <a:spAutoFit/>
          </a:bodyPr>
          <a:lstStyle/>
          <a:p>
            <a:pPr marL="0" marR="0" lvl="0" indent="0" algn="r" rtl="0">
              <a:lnSpc>
                <a:spcPct val="100000"/>
              </a:lnSpc>
              <a:spcBef>
                <a:spcPts val="0"/>
              </a:spcBef>
              <a:spcAft>
                <a:spcPts val="0"/>
              </a:spcAft>
              <a:buClr>
                <a:schemeClr val="lt1"/>
              </a:buClr>
              <a:buSzPct val="25000"/>
              <a:buFont typeface="Calibri"/>
              <a:buNone/>
            </a:pPr>
            <a:r>
              <a:rPr lang="en-US" sz="2400" u="none" strike="noStrike" cap="none" dirty="0">
                <a:solidFill>
                  <a:schemeClr val="bg1"/>
                </a:solidFill>
                <a:latin typeface="Helvetica Neue Light" panose="02000403000000020004" pitchFamily="2" charset="0"/>
                <a:ea typeface="Helvetica Neue Light" panose="02000403000000020004" pitchFamily="2" charset="0"/>
                <a:cs typeface="Calibri" charset="0"/>
                <a:sym typeface="Calibri"/>
              </a:rPr>
              <a:t>GirlsCodeToo | Zürich | 2022</a:t>
            </a:r>
          </a:p>
        </p:txBody>
      </p:sp>
      <p:pic>
        <p:nvPicPr>
          <p:cNvPr id="9" name="Picture 8" descr="Logo&#10;&#10;Description automatically generated">
            <a:extLst>
              <a:ext uri="{FF2B5EF4-FFF2-40B4-BE49-F238E27FC236}">
                <a16:creationId xmlns:a16="http://schemas.microsoft.com/office/drawing/2014/main" id="{F4E3F661-6D49-294B-A61C-221DDF95A680}"/>
              </a:ext>
            </a:extLst>
          </p:cNvPr>
          <p:cNvPicPr>
            <a:picLocks noChangeAspect="1"/>
          </p:cNvPicPr>
          <p:nvPr userDrawn="1"/>
        </p:nvPicPr>
        <p:blipFill>
          <a:blip r:embed="rId3">
            <a:lum bright="70000" contrast="-70000"/>
          </a:blip>
          <a:stretch>
            <a:fillRect/>
          </a:stretch>
        </p:blipFill>
        <p:spPr>
          <a:xfrm>
            <a:off x="6330398" y="65241"/>
            <a:ext cx="5861602" cy="2395611"/>
          </a:xfrm>
          <a:prstGeom prst="rect">
            <a:avLst/>
          </a:prstGeom>
        </p:spPr>
      </p:pic>
    </p:spTree>
    <p:extLst>
      <p:ext uri="{BB962C8B-B14F-4D97-AF65-F5344CB8AC3E}">
        <p14:creationId xmlns:p14="http://schemas.microsoft.com/office/powerpoint/2010/main" val="3666779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color">
  <p:cSld name="Blank color">
    <p:spTree>
      <p:nvGrpSpPr>
        <p:cNvPr id="1" name="Shape 72"/>
        <p:cNvGrpSpPr/>
        <p:nvPr/>
      </p:nvGrpSpPr>
      <p:grpSpPr>
        <a:xfrm>
          <a:off x="0" y="0"/>
          <a:ext cx="0" cy="0"/>
          <a:chOff x="0" y="0"/>
          <a:chExt cx="0" cy="0"/>
        </a:xfrm>
      </p:grpSpPr>
      <p:sp>
        <p:nvSpPr>
          <p:cNvPr id="73" name="Google Shape;73;p14"/>
          <p:cNvSpPr/>
          <p:nvPr/>
        </p:nvSpPr>
        <p:spPr>
          <a:xfrm>
            <a:off x="-12701" y="-127000"/>
            <a:ext cx="12331701" cy="3585000"/>
          </a:xfrm>
          <a:prstGeom prst="rect">
            <a:avLst/>
          </a:prstGeom>
          <a:solidFill>
            <a:srgbClr val="4E9799"/>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4" name="Google Shape;74;p14"/>
          <p:cNvSpPr txBox="1">
            <a:spLocks noGrp="1"/>
          </p:cNvSpPr>
          <p:nvPr>
            <p:ph type="sldNum" idx="12"/>
          </p:nvPr>
        </p:nvSpPr>
        <p:spPr>
          <a:xfrm>
            <a:off x="11307445" y="6333135"/>
            <a:ext cx="731600" cy="524800"/>
          </a:xfrm>
          <a:prstGeom prst="rect">
            <a:avLst/>
          </a:prstGeom>
        </p:spPr>
        <p:txBody>
          <a:bodyPr spcFirstLastPara="1" wrap="square" lIns="91425" tIns="91425" rIns="91425" bIns="91425" anchor="t" anchorCtr="0">
            <a:noAutofit/>
          </a:bodyPr>
          <a:lstStyle>
            <a:lvl1pPr lvl="0">
              <a:buNone/>
              <a:defRPr b="0" i="0">
                <a:solidFill>
                  <a:schemeClr val="tx1"/>
                </a:solidFill>
                <a:latin typeface="Helvetica Neue Thin" panose="020B0403020202020204" pitchFamily="34" charset="0"/>
                <a:ea typeface="Helvetica Neue Thin" panose="020B0403020202020204" pitchFamily="34" charset="0"/>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dirty="0"/>
          </a:p>
        </p:txBody>
      </p:sp>
      <p:pic>
        <p:nvPicPr>
          <p:cNvPr id="11" name="Picture 10" descr="Logo&#10;&#10;Description automatically generated">
            <a:extLst>
              <a:ext uri="{FF2B5EF4-FFF2-40B4-BE49-F238E27FC236}">
                <a16:creationId xmlns:a16="http://schemas.microsoft.com/office/drawing/2014/main" id="{AD2CBA16-36BB-F34C-94D3-A61C5B53A7EB}"/>
              </a:ext>
            </a:extLst>
          </p:cNvPr>
          <p:cNvPicPr>
            <a:picLocks noChangeAspect="1"/>
          </p:cNvPicPr>
          <p:nvPr userDrawn="1"/>
        </p:nvPicPr>
        <p:blipFill>
          <a:blip r:embed="rId2">
            <a:lum bright="70000" contrast="-70000"/>
          </a:blip>
          <a:stretch>
            <a:fillRect/>
          </a:stretch>
        </p:blipFill>
        <p:spPr>
          <a:xfrm>
            <a:off x="6330398" y="65241"/>
            <a:ext cx="5861602" cy="2395611"/>
          </a:xfrm>
          <a:prstGeom prst="rect">
            <a:avLst/>
          </a:prstGeom>
        </p:spPr>
      </p:pic>
      <p:sp>
        <p:nvSpPr>
          <p:cNvPr id="12" name="TextBox 11">
            <a:extLst>
              <a:ext uri="{FF2B5EF4-FFF2-40B4-BE49-F238E27FC236}">
                <a16:creationId xmlns:a16="http://schemas.microsoft.com/office/drawing/2014/main" id="{B7686B29-05F7-D54D-AD67-B8EDE06D7CDC}"/>
              </a:ext>
            </a:extLst>
          </p:cNvPr>
          <p:cNvSpPr txBox="1"/>
          <p:nvPr userDrawn="1"/>
        </p:nvSpPr>
        <p:spPr>
          <a:xfrm>
            <a:off x="-12701" y="6637178"/>
            <a:ext cx="5428300" cy="230832"/>
          </a:xfrm>
          <a:prstGeom prst="rect">
            <a:avLst/>
          </a:prstGeom>
          <a:solidFill>
            <a:srgbClr val="4E9799"/>
          </a:solidFill>
        </p:spPr>
        <p:txBody>
          <a:bodyPr wrap="square" rtlCol="0">
            <a:spAutoFit/>
          </a:bodyPr>
          <a:lstStyle/>
          <a:p>
            <a:r>
              <a:rPr lang="en-US" sz="900" u="none" strike="noStrike" cap="none" dirty="0">
                <a:solidFill>
                  <a:schemeClr val="bg1"/>
                </a:solidFill>
                <a:latin typeface="Helvetica Neue Light" panose="02000403000000020004" pitchFamily="2" charset="0"/>
                <a:ea typeface="Helvetica Neue Light" panose="02000403000000020004" pitchFamily="2" charset="0"/>
                <a:cs typeface="Calibri" charset="0"/>
                <a:sym typeface="Calibri"/>
              </a:rPr>
              <a:t>GirlsCodeToo | Zürich | 2022</a:t>
            </a:r>
            <a:endParaRPr lang="en-US" sz="900" b="1" i="0" dirty="0">
              <a:solidFill>
                <a:schemeClr val="bg1"/>
              </a:solidFill>
              <a:latin typeface="Helvetica Neue Thin" panose="020B0403020202020204" pitchFamily="34" charset="0"/>
              <a:ea typeface="Helvetica Neue Thin" panose="020B0403020202020204" pitchFamily="34" charset="0"/>
            </a:endParaRPr>
          </a:p>
        </p:txBody>
      </p:sp>
    </p:spTree>
    <p:extLst>
      <p:ext uri="{BB962C8B-B14F-4D97-AF65-F5344CB8AC3E}">
        <p14:creationId xmlns:p14="http://schemas.microsoft.com/office/powerpoint/2010/main" val="21362240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1125900" y="563333"/>
            <a:ext cx="4302400" cy="1143200"/>
          </a:xfrm>
          <a:prstGeom prst="rect">
            <a:avLst/>
          </a:prstGeom>
        </p:spPr>
        <p:txBody>
          <a:bodyPr spcFirstLastPara="1" wrap="square" lIns="91425" tIns="91425" rIns="91425" bIns="91425" anchor="t" anchorCtr="0"/>
          <a:lstStyle>
            <a:lvl1pPr lvl="0">
              <a:spcBef>
                <a:spcPts val="0"/>
              </a:spcBef>
              <a:spcAft>
                <a:spcPts val="0"/>
              </a:spcAft>
              <a:buSzPts val="2600"/>
              <a:buNone/>
              <a:defRPr b="0" i="0">
                <a:latin typeface="Helvetica Neue Thin" panose="020B0403020202020204" pitchFamily="34" charset="0"/>
                <a:ea typeface="Helvetica Neue Thin" panose="020B0403020202020204" pitchFamily="34" charset="0"/>
                <a:cs typeface="Helvetica Neue" panose="02000503000000020004" pitchFamily="2" charset="0"/>
              </a:defRPr>
            </a:lvl1pPr>
            <a:lvl2pPr lvl="1">
              <a:spcBef>
                <a:spcPts val="0"/>
              </a:spcBef>
              <a:spcAft>
                <a:spcPts val="0"/>
              </a:spcAft>
              <a:buSzPts val="2600"/>
              <a:buNone/>
              <a:defRPr/>
            </a:lvl2pPr>
            <a:lvl3pPr lvl="2">
              <a:spcBef>
                <a:spcPts val="0"/>
              </a:spcBef>
              <a:spcAft>
                <a:spcPts val="0"/>
              </a:spcAft>
              <a:buSzPts val="2600"/>
              <a:buNone/>
              <a:defRPr/>
            </a:lvl3pPr>
            <a:lvl4pPr lvl="3">
              <a:spcBef>
                <a:spcPts val="0"/>
              </a:spcBef>
              <a:spcAft>
                <a:spcPts val="0"/>
              </a:spcAft>
              <a:buSzPts val="2600"/>
              <a:buNone/>
              <a:defRPr/>
            </a:lvl4pPr>
            <a:lvl5pPr lvl="4">
              <a:spcBef>
                <a:spcPts val="0"/>
              </a:spcBef>
              <a:spcAft>
                <a:spcPts val="0"/>
              </a:spcAft>
              <a:buSzPts val="2600"/>
              <a:buNone/>
              <a:defRPr/>
            </a:lvl5pPr>
            <a:lvl6pPr lvl="5">
              <a:spcBef>
                <a:spcPts val="0"/>
              </a:spcBef>
              <a:spcAft>
                <a:spcPts val="0"/>
              </a:spcAft>
              <a:buSzPts val="2600"/>
              <a:buNone/>
              <a:defRPr/>
            </a:lvl6pPr>
            <a:lvl7pPr lvl="6">
              <a:spcBef>
                <a:spcPts val="0"/>
              </a:spcBef>
              <a:spcAft>
                <a:spcPts val="0"/>
              </a:spcAft>
              <a:buSzPts val="2600"/>
              <a:buNone/>
              <a:defRPr/>
            </a:lvl7pPr>
            <a:lvl8pPr lvl="7">
              <a:spcBef>
                <a:spcPts val="0"/>
              </a:spcBef>
              <a:spcAft>
                <a:spcPts val="0"/>
              </a:spcAft>
              <a:buSzPts val="2600"/>
              <a:buNone/>
              <a:defRPr/>
            </a:lvl8pPr>
            <a:lvl9pPr lvl="8">
              <a:spcBef>
                <a:spcPts val="0"/>
              </a:spcBef>
              <a:spcAft>
                <a:spcPts val="0"/>
              </a:spcAft>
              <a:buSzPts val="2600"/>
              <a:buNone/>
              <a:defRPr/>
            </a:lvl9pPr>
          </a:lstStyle>
          <a:p>
            <a:endParaRPr/>
          </a:p>
        </p:txBody>
      </p:sp>
      <p:sp>
        <p:nvSpPr>
          <p:cNvPr id="32" name="Google Shape;32;p6"/>
          <p:cNvSpPr txBox="1">
            <a:spLocks noGrp="1"/>
          </p:cNvSpPr>
          <p:nvPr>
            <p:ph type="body" idx="1"/>
          </p:nvPr>
        </p:nvSpPr>
        <p:spPr>
          <a:xfrm>
            <a:off x="1125900" y="2112933"/>
            <a:ext cx="4356400" cy="4292000"/>
          </a:xfrm>
          <a:prstGeom prst="rect">
            <a:avLst/>
          </a:prstGeom>
        </p:spPr>
        <p:txBody>
          <a:bodyPr spcFirstLastPara="1" wrap="square" lIns="91425" tIns="91425" rIns="91425" bIns="91425" anchor="t" anchorCtr="0"/>
          <a:lstStyle>
            <a:lvl1pPr marL="152396" lvl="0" indent="0">
              <a:spcBef>
                <a:spcPts val="800"/>
              </a:spcBef>
              <a:spcAft>
                <a:spcPts val="0"/>
              </a:spcAft>
              <a:buSzPts val="1800"/>
              <a:buNone/>
              <a:defRPr b="0" i="0">
                <a:latin typeface="Helvetica Neue Thin" panose="020B0403020202020204" pitchFamily="34" charset="0"/>
                <a:ea typeface="Helvetica Neue Thin" panose="020B0403020202020204" pitchFamily="34" charset="0"/>
              </a:defRPr>
            </a:lvl1pPr>
            <a:lvl2pPr marL="761981" lvl="1" indent="0">
              <a:spcBef>
                <a:spcPts val="0"/>
              </a:spcBef>
              <a:spcAft>
                <a:spcPts val="0"/>
              </a:spcAft>
              <a:buSzPts val="1800"/>
              <a:buNone/>
              <a:defRPr/>
            </a:lvl2pPr>
            <a:lvl3pPr marL="1828754" lvl="2" indent="-457189">
              <a:spcBef>
                <a:spcPts val="0"/>
              </a:spcBef>
              <a:spcAft>
                <a:spcPts val="0"/>
              </a:spcAft>
              <a:buSzPts val="1800"/>
              <a:buChar char="▸"/>
              <a:defRPr/>
            </a:lvl3pPr>
            <a:lvl4pPr marL="2438339" lvl="3" indent="-457189">
              <a:spcBef>
                <a:spcPts val="0"/>
              </a:spcBef>
              <a:spcAft>
                <a:spcPts val="0"/>
              </a:spcAft>
              <a:buSzPts val="1800"/>
              <a:buChar char="▹"/>
              <a:defRPr/>
            </a:lvl4pPr>
            <a:lvl5pPr marL="3047924" lvl="4" indent="-457189">
              <a:spcBef>
                <a:spcPts val="0"/>
              </a:spcBef>
              <a:spcAft>
                <a:spcPts val="0"/>
              </a:spcAft>
              <a:buSzPts val="1800"/>
              <a:buChar char="▹"/>
              <a:defRPr/>
            </a:lvl5pPr>
            <a:lvl6pPr marL="3657509" lvl="5" indent="-457189">
              <a:spcBef>
                <a:spcPts val="0"/>
              </a:spcBef>
              <a:spcAft>
                <a:spcPts val="0"/>
              </a:spcAft>
              <a:buSzPts val="1800"/>
              <a:buChar char="▹"/>
              <a:defRPr/>
            </a:lvl6pPr>
            <a:lvl7pPr marL="4267093" lvl="6" indent="-457189">
              <a:spcBef>
                <a:spcPts val="0"/>
              </a:spcBef>
              <a:spcAft>
                <a:spcPts val="0"/>
              </a:spcAft>
              <a:buSzPts val="1800"/>
              <a:buChar char="▹"/>
              <a:defRPr/>
            </a:lvl7pPr>
            <a:lvl8pPr marL="4876678" lvl="7" indent="-457189">
              <a:spcBef>
                <a:spcPts val="0"/>
              </a:spcBef>
              <a:spcAft>
                <a:spcPts val="0"/>
              </a:spcAft>
              <a:buSzPts val="1800"/>
              <a:buChar char="▹"/>
              <a:defRPr/>
            </a:lvl8pPr>
            <a:lvl9pPr marL="5486263" lvl="8" indent="-457189">
              <a:spcBef>
                <a:spcPts val="0"/>
              </a:spcBef>
              <a:spcAft>
                <a:spcPts val="0"/>
              </a:spcAft>
              <a:buSzPts val="1800"/>
              <a:buChar char="▹"/>
              <a:defRPr/>
            </a:lvl9pPr>
          </a:lstStyle>
          <a:p>
            <a:endParaRPr lang="fr-CH"/>
          </a:p>
          <a:p>
            <a:pPr lvl="1"/>
            <a:endParaRPr/>
          </a:p>
        </p:txBody>
      </p:sp>
      <p:sp>
        <p:nvSpPr>
          <p:cNvPr id="33" name="Google Shape;33;p6"/>
          <p:cNvSpPr txBox="1">
            <a:spLocks noGrp="1"/>
          </p:cNvSpPr>
          <p:nvPr>
            <p:ph type="body" idx="2"/>
          </p:nvPr>
        </p:nvSpPr>
        <p:spPr>
          <a:xfrm>
            <a:off x="5744664" y="2112933"/>
            <a:ext cx="4356400" cy="4292000"/>
          </a:xfrm>
          <a:prstGeom prst="rect">
            <a:avLst/>
          </a:prstGeom>
        </p:spPr>
        <p:txBody>
          <a:bodyPr spcFirstLastPara="1" wrap="square" lIns="91425" tIns="91425" rIns="91425" bIns="91425" anchor="t" anchorCtr="0"/>
          <a:lstStyle>
            <a:lvl1pPr marL="609585" lvl="0" indent="-457189">
              <a:spcBef>
                <a:spcPts val="800"/>
              </a:spcBef>
              <a:spcAft>
                <a:spcPts val="0"/>
              </a:spcAft>
              <a:buSzPts val="1800"/>
              <a:buChar char="▪"/>
              <a:defRPr b="0" i="0">
                <a:latin typeface="Helvetica Neue Thin" panose="020B0403020202020204" pitchFamily="34" charset="0"/>
                <a:ea typeface="Helvetica Neue Thin" panose="020B0403020202020204" pitchFamily="34" charset="0"/>
              </a:defRPr>
            </a:lvl1pPr>
            <a:lvl2pPr marL="1219170" lvl="1" indent="-457189">
              <a:spcBef>
                <a:spcPts val="0"/>
              </a:spcBef>
              <a:spcAft>
                <a:spcPts val="0"/>
              </a:spcAft>
              <a:buSzPts val="1800"/>
              <a:buChar char="▫"/>
              <a:defRPr/>
            </a:lvl2pPr>
            <a:lvl3pPr marL="1828754" lvl="2" indent="-457189">
              <a:spcBef>
                <a:spcPts val="0"/>
              </a:spcBef>
              <a:spcAft>
                <a:spcPts val="0"/>
              </a:spcAft>
              <a:buSzPts val="1800"/>
              <a:buChar char="▸"/>
              <a:defRPr/>
            </a:lvl3pPr>
            <a:lvl4pPr marL="2438339" lvl="3" indent="-457189">
              <a:spcBef>
                <a:spcPts val="0"/>
              </a:spcBef>
              <a:spcAft>
                <a:spcPts val="0"/>
              </a:spcAft>
              <a:buSzPts val="1800"/>
              <a:buChar char="▹"/>
              <a:defRPr/>
            </a:lvl4pPr>
            <a:lvl5pPr marL="3047924" lvl="4" indent="-457189">
              <a:spcBef>
                <a:spcPts val="0"/>
              </a:spcBef>
              <a:spcAft>
                <a:spcPts val="0"/>
              </a:spcAft>
              <a:buSzPts val="1800"/>
              <a:buChar char="▹"/>
              <a:defRPr/>
            </a:lvl5pPr>
            <a:lvl6pPr marL="3657509" lvl="5" indent="-457189">
              <a:spcBef>
                <a:spcPts val="0"/>
              </a:spcBef>
              <a:spcAft>
                <a:spcPts val="0"/>
              </a:spcAft>
              <a:buSzPts val="1800"/>
              <a:buChar char="▹"/>
              <a:defRPr/>
            </a:lvl6pPr>
            <a:lvl7pPr marL="4267093" lvl="6" indent="-457189">
              <a:spcBef>
                <a:spcPts val="0"/>
              </a:spcBef>
              <a:spcAft>
                <a:spcPts val="0"/>
              </a:spcAft>
              <a:buSzPts val="1800"/>
              <a:buChar char="▹"/>
              <a:defRPr/>
            </a:lvl7pPr>
            <a:lvl8pPr marL="4876678" lvl="7" indent="-457189">
              <a:spcBef>
                <a:spcPts val="0"/>
              </a:spcBef>
              <a:spcAft>
                <a:spcPts val="0"/>
              </a:spcAft>
              <a:buSzPts val="1800"/>
              <a:buChar char="▹"/>
              <a:defRPr/>
            </a:lvl8pPr>
            <a:lvl9pPr marL="5486263" lvl="8" indent="-457189">
              <a:spcBef>
                <a:spcPts val="0"/>
              </a:spcBef>
              <a:spcAft>
                <a:spcPts val="0"/>
              </a:spcAft>
              <a:buSzPts val="1800"/>
              <a:buChar char="▹"/>
              <a:defRPr/>
            </a:lvl9pPr>
          </a:lstStyle>
          <a:p>
            <a:endParaRPr/>
          </a:p>
        </p:txBody>
      </p:sp>
      <p:sp>
        <p:nvSpPr>
          <p:cNvPr id="34" name="Google Shape;34;p6"/>
          <p:cNvSpPr/>
          <p:nvPr/>
        </p:nvSpPr>
        <p:spPr>
          <a:xfrm>
            <a:off x="772000" y="772000"/>
            <a:ext cx="72400" cy="900800"/>
          </a:xfrm>
          <a:prstGeom prst="rect">
            <a:avLst/>
          </a:prstGeom>
          <a:solidFill>
            <a:srgbClr val="4E9799"/>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 name="Google Shape;35;p6"/>
          <p:cNvSpPr/>
          <p:nvPr/>
        </p:nvSpPr>
        <p:spPr>
          <a:xfrm>
            <a:off x="12051745" y="-88900"/>
            <a:ext cx="229155" cy="7048500"/>
          </a:xfrm>
          <a:prstGeom prst="rect">
            <a:avLst/>
          </a:prstGeom>
          <a:solidFill>
            <a:srgbClr val="4E9799"/>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 name="Google Shape;36;p6"/>
          <p:cNvSpPr txBox="1">
            <a:spLocks noGrp="1"/>
          </p:cNvSpPr>
          <p:nvPr>
            <p:ph type="sldNum" idx="12"/>
          </p:nvPr>
        </p:nvSpPr>
        <p:spPr>
          <a:xfrm>
            <a:off x="11307445" y="6333135"/>
            <a:ext cx="731600" cy="524800"/>
          </a:xfrm>
          <a:prstGeom prst="rect">
            <a:avLst/>
          </a:prstGeom>
        </p:spPr>
        <p:txBody>
          <a:bodyPr spcFirstLastPara="1" wrap="square" lIns="91425" tIns="91425" rIns="91425" bIns="91425" anchor="t" anchorCtr="0">
            <a:noAutofit/>
          </a:bodyPr>
          <a:lstStyle>
            <a:lvl1pPr lvl="0">
              <a:buNone/>
              <a:defRPr b="0" i="0">
                <a:solidFill>
                  <a:schemeClr val="tx1"/>
                </a:solidFill>
                <a:latin typeface="Helvetica Neue Thin" panose="020B0403020202020204" pitchFamily="34" charset="0"/>
                <a:ea typeface="Helvetica Neue Thin" panose="020B0403020202020204" pitchFamily="34" charset="0"/>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dirty="0"/>
          </a:p>
        </p:txBody>
      </p:sp>
      <p:sp>
        <p:nvSpPr>
          <p:cNvPr id="10" name="TextBox 9">
            <a:extLst>
              <a:ext uri="{FF2B5EF4-FFF2-40B4-BE49-F238E27FC236}">
                <a16:creationId xmlns:a16="http://schemas.microsoft.com/office/drawing/2014/main" id="{EDB341E4-DBD1-7242-8B2A-5708EDF99CED}"/>
              </a:ext>
            </a:extLst>
          </p:cNvPr>
          <p:cNvSpPr txBox="1"/>
          <p:nvPr userDrawn="1"/>
        </p:nvSpPr>
        <p:spPr>
          <a:xfrm>
            <a:off x="-12701" y="6637178"/>
            <a:ext cx="5428300" cy="230832"/>
          </a:xfrm>
          <a:prstGeom prst="rect">
            <a:avLst/>
          </a:prstGeom>
          <a:solidFill>
            <a:srgbClr val="4E9799"/>
          </a:solidFill>
        </p:spPr>
        <p:txBody>
          <a:bodyPr wrap="square" rtlCol="0">
            <a:spAutoFit/>
          </a:bodyPr>
          <a:lstStyle/>
          <a:p>
            <a:r>
              <a:rPr lang="en-US" sz="900" u="none" strike="noStrike" cap="none" dirty="0">
                <a:solidFill>
                  <a:schemeClr val="bg1"/>
                </a:solidFill>
                <a:latin typeface="Helvetica Neue Light" panose="02000403000000020004" pitchFamily="2" charset="0"/>
                <a:ea typeface="Helvetica Neue Light" panose="02000403000000020004" pitchFamily="2" charset="0"/>
                <a:cs typeface="Calibri" charset="0"/>
                <a:sym typeface="Calibri"/>
              </a:rPr>
              <a:t>GirlsCodeToo | Zürich | 2022</a:t>
            </a:r>
            <a:endParaRPr lang="en-US" sz="900" b="1" i="0" dirty="0">
              <a:solidFill>
                <a:schemeClr val="bg1"/>
              </a:solidFill>
              <a:latin typeface="Helvetica Neue Thin" panose="020B0403020202020204" pitchFamily="34" charset="0"/>
              <a:ea typeface="Helvetica Neue Thin" panose="020B0403020202020204" pitchFamily="34" charset="0"/>
            </a:endParaRPr>
          </a:p>
        </p:txBody>
      </p:sp>
      <p:pic>
        <p:nvPicPr>
          <p:cNvPr id="15" name="Picture 14" descr="Logo&#10;&#10;Description automatically generated">
            <a:extLst>
              <a:ext uri="{FF2B5EF4-FFF2-40B4-BE49-F238E27FC236}">
                <a16:creationId xmlns:a16="http://schemas.microsoft.com/office/drawing/2014/main" id="{F7E90543-F43A-8444-A19E-C4C77092F2BF}"/>
              </a:ext>
            </a:extLst>
          </p:cNvPr>
          <p:cNvPicPr>
            <a:picLocks noChangeAspect="1"/>
          </p:cNvPicPr>
          <p:nvPr userDrawn="1"/>
        </p:nvPicPr>
        <p:blipFill>
          <a:blip r:embed="rId2">
            <a:duotone>
              <a:prstClr val="black"/>
              <a:schemeClr val="accent3">
                <a:tint val="45000"/>
                <a:satMod val="400000"/>
              </a:schemeClr>
            </a:duotone>
          </a:blip>
          <a:stretch>
            <a:fillRect/>
          </a:stretch>
        </p:blipFill>
        <p:spPr>
          <a:xfrm>
            <a:off x="6763702" y="-425806"/>
            <a:ext cx="5861602" cy="2395611"/>
          </a:xfrm>
          <a:prstGeom prst="rect">
            <a:avLst/>
          </a:prstGeom>
        </p:spPr>
      </p:pic>
    </p:spTree>
    <p:extLst>
      <p:ext uri="{BB962C8B-B14F-4D97-AF65-F5344CB8AC3E}">
        <p14:creationId xmlns:p14="http://schemas.microsoft.com/office/powerpoint/2010/main" val="3259500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C5AA9F-2037-904B-A7D2-4025F652A66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7963AF6-6505-104D-9061-E0B4B34C1D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A755897E-A9E0-AA4D-B627-0CF22C9366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A0C125-2532-3641-B876-7455AA778F23}" type="datetimeFigureOut">
              <a:rPr lang="en-US" smtClean="0"/>
              <a:t>9/20/2026</a:t>
            </a:fld>
            <a:endParaRPr lang="en-US"/>
          </a:p>
        </p:txBody>
      </p:sp>
      <p:sp>
        <p:nvSpPr>
          <p:cNvPr id="5" name="Footer Placeholder 4">
            <a:extLst>
              <a:ext uri="{FF2B5EF4-FFF2-40B4-BE49-F238E27FC236}">
                <a16:creationId xmlns:a16="http://schemas.microsoft.com/office/drawing/2014/main" id="{F139A611-48EC-E345-9B6E-FE7109E621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F3F73C8-FB9E-FC44-B6B6-A059FA6A5D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5DD01F-83B9-9C48-84ED-F265EC84A76C}" type="slidenum">
              <a:rPr lang="en-US" smtClean="0"/>
              <a:t>‹#›</a:t>
            </a:fld>
            <a:endParaRPr lang="en-US"/>
          </a:p>
        </p:txBody>
      </p:sp>
    </p:spTree>
    <p:extLst>
      <p:ext uri="{BB962C8B-B14F-4D97-AF65-F5344CB8AC3E}">
        <p14:creationId xmlns:p14="http://schemas.microsoft.com/office/powerpoint/2010/main" val="16379966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b="0" i="0" kern="1200">
          <a:solidFill>
            <a:schemeClr val="tx1"/>
          </a:solidFill>
          <a:latin typeface="Helvetica Neue Thin" panose="020B0403020202020204" pitchFamily="34" charset="0"/>
          <a:ea typeface="Helvetica Neue Thin" panose="020B0403020202020204" pitchFamily="34" charset="0"/>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Helvetica Neue Thin" panose="020B0403020202020204" pitchFamily="34" charset="0"/>
          <a:ea typeface="Helvetica Neue Thin" panose="020B0403020202020204" pitchFamily="34"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Helvetica Neue Thin" panose="020B0403020202020204" pitchFamily="34" charset="0"/>
          <a:ea typeface="Helvetica Neue Thin" panose="020B0403020202020204" pitchFamily="34"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Helvetica Neue Thin" panose="020B0403020202020204" pitchFamily="34" charset="0"/>
          <a:ea typeface="Helvetica Neue Thin" panose="020B0403020202020204" pitchFamily="34"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hyperlink" Target="https://www.moralmachine.net/" TargetMode="External"/><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7CB8DCB7-422A-EEB3-B74B-D61F618407A1}"/>
              </a:ext>
            </a:extLst>
          </p:cNvPr>
          <p:cNvSpPr/>
          <p:nvPr/>
        </p:nvSpPr>
        <p:spPr>
          <a:xfrm>
            <a:off x="928790" y="2538187"/>
            <a:ext cx="10022239" cy="1587500"/>
          </a:xfrm>
          <a:prstGeom prst="roundRect">
            <a:avLst/>
          </a:prstGeom>
          <a:solidFill>
            <a:srgbClr val="3B5753">
              <a:alpha val="61961"/>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79" name="Google Shape;79;p15"/>
          <p:cNvSpPr txBox="1">
            <a:spLocks noGrp="1"/>
          </p:cNvSpPr>
          <p:nvPr>
            <p:ph type="ctrTitle"/>
          </p:nvPr>
        </p:nvSpPr>
        <p:spPr>
          <a:xfrm>
            <a:off x="928790" y="2538187"/>
            <a:ext cx="10996435" cy="1587500"/>
          </a:xfrm>
          <a:prstGeom prst="rect">
            <a:avLst/>
          </a:prstGeom>
        </p:spPr>
        <p:txBody>
          <a:bodyPr spcFirstLastPara="1" vert="horz" wrap="square" lIns="121900" tIns="121900" rIns="121900" bIns="121900" rtlCol="0" anchor="ctr" anchorCtr="0">
            <a:noAutofit/>
          </a:bodyPr>
          <a:lstStyle/>
          <a:p>
            <a:pPr>
              <a:lnSpc>
                <a:spcPct val="100000"/>
              </a:lnSpc>
            </a:pPr>
            <a:r>
              <a:rPr lang="en-US" sz="6600" dirty="0"/>
              <a:t>KI und die </a:t>
            </a:r>
            <a:r>
              <a:rPr lang="en-US" sz="6600" dirty="0" err="1"/>
              <a:t>Frage</a:t>
            </a:r>
            <a:r>
              <a:rPr lang="en-US" sz="6600" dirty="0"/>
              <a:t> der </a:t>
            </a:r>
            <a:r>
              <a:rPr lang="en-US" sz="6600" dirty="0" err="1"/>
              <a:t>Ethik</a:t>
            </a:r>
            <a:br>
              <a:rPr lang="en-US" sz="6600" dirty="0">
                <a:cs typeface="Calibri Light"/>
              </a:rPr>
            </a:br>
            <a:r>
              <a:rPr lang="en-US" sz="4000" dirty="0">
                <a:solidFill>
                  <a:srgbClr val="F1AE2B"/>
                </a:solidFill>
                <a:cs typeface="Calibri Light"/>
              </a:rPr>
              <a:t>Wie </a:t>
            </a:r>
            <a:r>
              <a:rPr lang="en-US" sz="4000" dirty="0" err="1">
                <a:solidFill>
                  <a:srgbClr val="F1AE2B"/>
                </a:solidFill>
                <a:cs typeface="Calibri Light"/>
              </a:rPr>
              <a:t>können</a:t>
            </a:r>
            <a:r>
              <a:rPr lang="en-US" sz="4000" dirty="0">
                <a:solidFill>
                  <a:srgbClr val="F1AE2B"/>
                </a:solidFill>
                <a:cs typeface="Calibri Light"/>
              </a:rPr>
              <a:t> </a:t>
            </a:r>
            <a:r>
              <a:rPr lang="en-US" sz="4000" dirty="0" err="1">
                <a:solidFill>
                  <a:srgbClr val="F1AE2B"/>
                </a:solidFill>
                <a:cs typeface="Calibri Light"/>
              </a:rPr>
              <a:t>wir</a:t>
            </a:r>
            <a:r>
              <a:rPr lang="en-US" sz="4000" dirty="0">
                <a:solidFill>
                  <a:srgbClr val="F1AE2B"/>
                </a:solidFill>
                <a:cs typeface="Calibri Light"/>
              </a:rPr>
              <a:t> KI fair </a:t>
            </a:r>
            <a:r>
              <a:rPr lang="en-US" sz="4000" dirty="0" err="1">
                <a:solidFill>
                  <a:srgbClr val="F1AE2B"/>
                </a:solidFill>
                <a:cs typeface="Calibri Light"/>
              </a:rPr>
              <a:t>für</a:t>
            </a:r>
            <a:r>
              <a:rPr lang="en-US" sz="4000" dirty="0">
                <a:solidFill>
                  <a:srgbClr val="F1AE2B"/>
                </a:solidFill>
                <a:cs typeface="Calibri Light"/>
              </a:rPr>
              <a:t> alle </a:t>
            </a:r>
            <a:r>
              <a:rPr lang="en-US" sz="4000" dirty="0" err="1">
                <a:solidFill>
                  <a:srgbClr val="F1AE2B"/>
                </a:solidFill>
                <a:cs typeface="Calibri Light"/>
              </a:rPr>
              <a:t>machen</a:t>
            </a:r>
            <a:r>
              <a:rPr lang="en-US" sz="4000" dirty="0">
                <a:solidFill>
                  <a:srgbClr val="F1AE2B"/>
                </a:solidFill>
                <a:cs typeface="Calibri Light"/>
              </a:rPr>
              <a:t>?</a:t>
            </a:r>
            <a:endParaRPr lang="en-US" sz="4000" dirty="0"/>
          </a:p>
        </p:txBody>
      </p:sp>
      <p:sp>
        <p:nvSpPr>
          <p:cNvPr id="3" name="Rectangle: Rounded Corners 2">
            <a:extLst>
              <a:ext uri="{FF2B5EF4-FFF2-40B4-BE49-F238E27FC236}">
                <a16:creationId xmlns:a16="http://schemas.microsoft.com/office/drawing/2014/main" id="{590EBFCC-A9AF-E3F3-399E-5EB530690910}"/>
              </a:ext>
            </a:extLst>
          </p:cNvPr>
          <p:cNvSpPr/>
          <p:nvPr/>
        </p:nvSpPr>
        <p:spPr>
          <a:xfrm>
            <a:off x="664029" y="4931229"/>
            <a:ext cx="6346411" cy="1088571"/>
          </a:xfrm>
          <a:prstGeom prst="roundRect">
            <a:avLst/>
          </a:prstGeom>
          <a:solidFill>
            <a:srgbClr val="375250"/>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4000" dirty="0" err="1">
                <a:solidFill>
                  <a:schemeClr val="bg1"/>
                </a:solidFill>
                <a:ea typeface="+mn-lt"/>
                <a:cs typeface="+mn-lt"/>
              </a:rPr>
              <a:t>Kantonsschule</a:t>
            </a:r>
            <a:r>
              <a:rPr lang="en-US" sz="4000" dirty="0">
                <a:solidFill>
                  <a:schemeClr val="bg1"/>
                </a:solidFill>
                <a:ea typeface="+mn-lt"/>
                <a:cs typeface="+mn-lt"/>
              </a:rPr>
              <a:t> </a:t>
            </a:r>
            <a:r>
              <a:rPr lang="en-US" sz="4000" dirty="0" err="1">
                <a:solidFill>
                  <a:schemeClr val="bg1"/>
                </a:solidFill>
                <a:ea typeface="+mn-lt"/>
                <a:cs typeface="+mn-lt"/>
              </a:rPr>
              <a:t>Münchenstein</a:t>
            </a:r>
            <a:endParaRPr lang="en-US">
              <a:solidFill>
                <a:schemeClr val="bg1"/>
              </a:solidFill>
              <a:ea typeface="Calibri"/>
              <a:cs typeface="Calibri"/>
            </a:endParaRPr>
          </a:p>
          <a:p>
            <a:r>
              <a:rPr lang="en-US" sz="2800" dirty="0">
                <a:latin typeface="Helvetica Neue Thin" panose="020B0403020202020204"/>
              </a:rPr>
              <a:t>21.09.2026</a:t>
            </a:r>
            <a:endParaRPr lang="en-CH" sz="2800" dirty="0">
              <a:latin typeface="Helvetica Neue Thin" panose="020B0403020202020204"/>
            </a:endParaRPr>
          </a:p>
        </p:txBody>
      </p:sp>
    </p:spTree>
    <p:extLst>
      <p:ext uri="{BB962C8B-B14F-4D97-AF65-F5344CB8AC3E}">
        <p14:creationId xmlns:p14="http://schemas.microsoft.com/office/powerpoint/2010/main" val="72493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1125900" y="563333"/>
            <a:ext cx="4970100" cy="1143200"/>
          </a:xfrm>
          <a:prstGeom prst="rect">
            <a:avLst/>
          </a:prstGeom>
        </p:spPr>
        <p:txBody>
          <a:bodyPr spcFirstLastPara="1" vert="horz" wrap="square" lIns="121900" tIns="121900" rIns="121900" bIns="121900" rtlCol="0" anchor="t" anchorCtr="0">
            <a:noAutofit/>
          </a:bodyPr>
          <a:lstStyle/>
          <a:p>
            <a:r>
              <a:rPr lang="en-US" dirty="0"/>
              <a:t>Wie </a:t>
            </a:r>
            <a:r>
              <a:rPr lang="en-US" dirty="0" err="1"/>
              <a:t>Lernt</a:t>
            </a:r>
            <a:r>
              <a:rPr lang="en-US" dirty="0"/>
              <a:t> </a:t>
            </a:r>
            <a:r>
              <a:rPr lang="en-US" dirty="0" err="1"/>
              <a:t>eine</a:t>
            </a:r>
            <a:br>
              <a:rPr lang="en-US" dirty="0">
                <a:solidFill>
                  <a:schemeClr val="tx1"/>
                </a:solidFill>
              </a:rPr>
            </a:br>
            <a:r>
              <a:rPr lang="en-US" dirty="0">
                <a:solidFill>
                  <a:srgbClr val="F1AE2B"/>
                </a:solidFill>
              </a:rPr>
              <a:t>KI?</a:t>
            </a:r>
          </a:p>
        </p:txBody>
      </p:sp>
      <p:sp>
        <p:nvSpPr>
          <p:cNvPr id="85" name="Google Shape;85;p16"/>
          <p:cNvSpPr txBox="1">
            <a:spLocks noGrp="1"/>
          </p:cNvSpPr>
          <p:nvPr>
            <p:ph type="body" idx="2"/>
          </p:nvPr>
        </p:nvSpPr>
        <p:spPr>
          <a:xfrm>
            <a:off x="1125899" y="2195000"/>
            <a:ext cx="9020324" cy="3664800"/>
          </a:xfrm>
          <a:prstGeom prst="rect">
            <a:avLst/>
          </a:prstGeom>
        </p:spPr>
        <p:txBody>
          <a:bodyPr spcFirstLastPara="1" vert="horz" wrap="square" lIns="121900" tIns="121900" rIns="121900" bIns="121900" rtlCol="0" anchor="t" anchorCtr="0">
            <a:noAutofit/>
          </a:bodyPr>
          <a:lstStyle/>
          <a:p>
            <a:pPr marL="342900" indent="-342900">
              <a:buClr>
                <a:schemeClr val="dk1"/>
              </a:buClr>
              <a:buSzPts val="1100"/>
            </a:pPr>
            <a:r>
              <a:rPr lang="de-CH" sz="2400" dirty="0">
                <a:solidFill>
                  <a:srgbClr val="000000"/>
                </a:solidFill>
              </a:rPr>
              <a:t>Eine KI lernt von (vielen) </a:t>
            </a:r>
            <a:r>
              <a:rPr lang="de-CH" sz="2400" b="1" dirty="0">
                <a:solidFill>
                  <a:srgbClr val="000000"/>
                </a:solidFill>
              </a:rPr>
              <a:t>Daten</a:t>
            </a:r>
          </a:p>
          <a:p>
            <a:pPr marL="342900" indent="-342900">
              <a:buClr>
                <a:schemeClr val="dk1"/>
              </a:buClr>
              <a:buSzPts val="1100"/>
            </a:pPr>
            <a:r>
              <a:rPr lang="de-CH" sz="2400" dirty="0">
                <a:solidFill>
                  <a:srgbClr val="000000"/>
                </a:solidFill>
              </a:rPr>
              <a:t>Maschinelles Lernen ist abhängig von Vorgaben des Menschen</a:t>
            </a:r>
            <a:br>
              <a:rPr lang="de-CH" sz="2400" dirty="0">
                <a:solidFill>
                  <a:srgbClr val="000000"/>
                </a:solidFill>
              </a:rPr>
            </a:br>
            <a:endParaRPr lang="de-CH" sz="2400" dirty="0">
              <a:solidFill>
                <a:srgbClr val="000000"/>
              </a:solidFill>
            </a:endParaRPr>
          </a:p>
          <a:p>
            <a:pPr marL="952485" lvl="1" indent="-342900">
              <a:buClr>
                <a:schemeClr val="dk1"/>
              </a:buClr>
              <a:buSzPts val="1100"/>
            </a:pPr>
            <a:r>
              <a:rPr lang="de-CH" sz="1800" dirty="0">
                <a:solidFill>
                  <a:srgbClr val="000000"/>
                </a:solidFill>
              </a:rPr>
              <a:t>Im Moment sagen wir der Maschine ganz genau, was sie für Daten bekommt und nach welcher Art von Mustern sie suchen sollen. Da ist </a:t>
            </a:r>
            <a:r>
              <a:rPr lang="de-CH" sz="1800" dirty="0">
                <a:solidFill>
                  <a:srgbClr val="F1AE2B"/>
                </a:solidFill>
              </a:rPr>
              <a:t>nichts</a:t>
            </a:r>
            <a:r>
              <a:rPr lang="de-CH" sz="1800" dirty="0">
                <a:solidFill>
                  <a:srgbClr val="000000"/>
                </a:solidFill>
              </a:rPr>
              <a:t> selbständig.</a:t>
            </a:r>
          </a:p>
          <a:p>
            <a:pPr marL="342900" indent="-342900">
              <a:buClr>
                <a:schemeClr val="dk1"/>
              </a:buClr>
              <a:buSzPts val="1100"/>
            </a:pPr>
            <a:r>
              <a:rPr lang="de-CH" sz="2200" dirty="0">
                <a:solidFill>
                  <a:srgbClr val="000000"/>
                </a:solidFill>
              </a:rPr>
              <a:t>Maschine verarbeitet sehr schnell viele Daten und erkennt auch kleine Muster</a:t>
            </a:r>
          </a:p>
          <a:p>
            <a:pPr marL="342900" indent="-342900">
              <a:buClr>
                <a:schemeClr val="dk1"/>
              </a:buClr>
              <a:buSzPts val="1100"/>
            </a:pPr>
            <a:endParaRPr lang="de-CH" sz="22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p:txBody>
      </p:sp>
      <p:sp>
        <p:nvSpPr>
          <p:cNvPr id="88" name="Google Shape;88;p16"/>
          <p:cNvSpPr txBox="1">
            <a:spLocks noGrp="1"/>
          </p:cNvSpPr>
          <p:nvPr>
            <p:ph type="sldNum" idx="12"/>
          </p:nvPr>
        </p:nvSpPr>
        <p:spPr>
          <a:xfrm>
            <a:off x="11307445" y="6333135"/>
            <a:ext cx="731600" cy="524800"/>
          </a:xfrm>
          <a:prstGeom prst="rect">
            <a:avLst/>
          </a:prstGeom>
        </p:spPr>
        <p:txBody>
          <a:bodyPr spcFirstLastPara="1" vert="horz" wrap="square" lIns="121900" tIns="121900" rIns="121900" bIns="121900" rtlCol="0" anchor="t" anchorCtr="0">
            <a:noAutofit/>
          </a:bodyPr>
          <a:lstStyle/>
          <a:p>
            <a:fld id="{00000000-1234-1234-1234-123412341234}" type="slidenum">
              <a:rPr lang="en"/>
              <a:pPr/>
              <a:t>2</a:t>
            </a:fld>
            <a:endParaRPr/>
          </a:p>
        </p:txBody>
      </p:sp>
    </p:spTree>
    <p:extLst>
      <p:ext uri="{BB962C8B-B14F-4D97-AF65-F5344CB8AC3E}">
        <p14:creationId xmlns:p14="http://schemas.microsoft.com/office/powerpoint/2010/main" val="15319733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775D2-2EB3-8366-5640-06851076D2E2}"/>
              </a:ext>
            </a:extLst>
          </p:cNvPr>
          <p:cNvSpPr>
            <a:spLocks noGrp="1"/>
          </p:cNvSpPr>
          <p:nvPr>
            <p:ph type="title"/>
          </p:nvPr>
        </p:nvSpPr>
        <p:spPr/>
        <p:txBody>
          <a:bodyPr/>
          <a:lstStyle/>
          <a:p>
            <a:endParaRPr lang="en-CH"/>
          </a:p>
        </p:txBody>
      </p:sp>
      <p:sp>
        <p:nvSpPr>
          <p:cNvPr id="3" name="Text Placeholder 2">
            <a:extLst>
              <a:ext uri="{FF2B5EF4-FFF2-40B4-BE49-F238E27FC236}">
                <a16:creationId xmlns:a16="http://schemas.microsoft.com/office/drawing/2014/main" id="{D6FE9BE1-C96B-CFA1-309E-77A02A7957ED}"/>
              </a:ext>
            </a:extLst>
          </p:cNvPr>
          <p:cNvSpPr>
            <a:spLocks noGrp="1"/>
          </p:cNvSpPr>
          <p:nvPr>
            <p:ph type="body" idx="1"/>
          </p:nvPr>
        </p:nvSpPr>
        <p:spPr/>
        <p:txBody>
          <a:bodyPr/>
          <a:lstStyle/>
          <a:p>
            <a:endParaRPr lang="en-CH"/>
          </a:p>
        </p:txBody>
      </p:sp>
      <p:sp>
        <p:nvSpPr>
          <p:cNvPr id="4" name="Text Placeholder 3">
            <a:extLst>
              <a:ext uri="{FF2B5EF4-FFF2-40B4-BE49-F238E27FC236}">
                <a16:creationId xmlns:a16="http://schemas.microsoft.com/office/drawing/2014/main" id="{0550C651-8A02-47E6-4194-995F3E3121E1}"/>
              </a:ext>
            </a:extLst>
          </p:cNvPr>
          <p:cNvSpPr>
            <a:spLocks noGrp="1"/>
          </p:cNvSpPr>
          <p:nvPr>
            <p:ph type="body" idx="2"/>
          </p:nvPr>
        </p:nvSpPr>
        <p:spPr/>
        <p:txBody>
          <a:bodyPr/>
          <a:lstStyle/>
          <a:p>
            <a:endParaRPr lang="en-CH"/>
          </a:p>
        </p:txBody>
      </p:sp>
      <p:pic>
        <p:nvPicPr>
          <p:cNvPr id="6" name="Picture 5" descr="A diagram of data processing&#10;&#10;AI-generated content may be incorrect.">
            <a:extLst>
              <a:ext uri="{FF2B5EF4-FFF2-40B4-BE49-F238E27FC236}">
                <a16:creationId xmlns:a16="http://schemas.microsoft.com/office/drawing/2014/main" id="{8C2CEB16-276A-9B25-B9A4-B29CD090BDA8}"/>
              </a:ext>
            </a:extLst>
          </p:cNvPr>
          <p:cNvPicPr>
            <a:picLocks noChangeAspect="1"/>
          </p:cNvPicPr>
          <p:nvPr/>
        </p:nvPicPr>
        <p:blipFill>
          <a:blip r:embed="rId3"/>
          <a:stretch>
            <a:fillRect/>
          </a:stretch>
        </p:blipFill>
        <p:spPr>
          <a:xfrm>
            <a:off x="2090936" y="1284514"/>
            <a:ext cx="7347857" cy="4898571"/>
          </a:xfrm>
          <a:prstGeom prst="rect">
            <a:avLst/>
          </a:prstGeom>
        </p:spPr>
      </p:pic>
    </p:spTree>
    <p:extLst>
      <p:ext uri="{BB962C8B-B14F-4D97-AF65-F5344CB8AC3E}">
        <p14:creationId xmlns:p14="http://schemas.microsoft.com/office/powerpoint/2010/main" val="3626519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8">
          <a:extLst>
            <a:ext uri="{FF2B5EF4-FFF2-40B4-BE49-F238E27FC236}">
              <a16:creationId xmlns:a16="http://schemas.microsoft.com/office/drawing/2014/main" id="{DB4FC623-AF1D-DE99-B6C1-94FAE379240A}"/>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F95B5567-15F2-E693-0AB3-8A0824CC9E73}"/>
              </a:ext>
            </a:extLst>
          </p:cNvPr>
          <p:cNvSpPr/>
          <p:nvPr/>
        </p:nvSpPr>
        <p:spPr>
          <a:xfrm>
            <a:off x="928790" y="2538187"/>
            <a:ext cx="10022239" cy="1587500"/>
          </a:xfrm>
          <a:prstGeom prst="roundRect">
            <a:avLst/>
          </a:prstGeom>
          <a:solidFill>
            <a:srgbClr val="3B5753">
              <a:alpha val="61961"/>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79" name="Google Shape;79;p15">
            <a:extLst>
              <a:ext uri="{FF2B5EF4-FFF2-40B4-BE49-F238E27FC236}">
                <a16:creationId xmlns:a16="http://schemas.microsoft.com/office/drawing/2014/main" id="{47A8E3E4-1044-A11F-2E78-E20471D6187F}"/>
              </a:ext>
            </a:extLst>
          </p:cNvPr>
          <p:cNvSpPr txBox="1">
            <a:spLocks noGrp="1"/>
          </p:cNvSpPr>
          <p:nvPr>
            <p:ph type="ctrTitle"/>
          </p:nvPr>
        </p:nvSpPr>
        <p:spPr>
          <a:xfrm>
            <a:off x="928790" y="2538187"/>
            <a:ext cx="10996435" cy="1587500"/>
          </a:xfrm>
          <a:prstGeom prst="rect">
            <a:avLst/>
          </a:prstGeom>
        </p:spPr>
        <p:txBody>
          <a:bodyPr spcFirstLastPara="1" vert="horz" wrap="square" lIns="121900" tIns="121900" rIns="121900" bIns="121900" rtlCol="0" anchor="ctr" anchorCtr="0">
            <a:noAutofit/>
          </a:bodyPr>
          <a:lstStyle/>
          <a:p>
            <a:pPr>
              <a:lnSpc>
                <a:spcPct val="100000"/>
              </a:lnSpc>
            </a:pPr>
            <a:r>
              <a:rPr lang="en-CH" sz="5400" dirty="0"/>
              <a:t>Teil </a:t>
            </a:r>
            <a:r>
              <a:rPr lang="en-US" sz="5400" dirty="0"/>
              <a:t>1</a:t>
            </a:r>
            <a:r>
              <a:rPr lang="en-CH" sz="5400" dirty="0"/>
              <a:t>:</a:t>
            </a:r>
            <a:br>
              <a:rPr lang="en-CH" sz="5400" dirty="0"/>
            </a:br>
            <a:r>
              <a:rPr lang="en-US" sz="5400" dirty="0">
                <a:solidFill>
                  <a:srgbClr val="F1AE2B"/>
                </a:solidFill>
              </a:rPr>
              <a:t>Data Privacy</a:t>
            </a:r>
            <a:endParaRPr lang="en-US" sz="5400" dirty="0"/>
          </a:p>
        </p:txBody>
      </p:sp>
      <p:sp>
        <p:nvSpPr>
          <p:cNvPr id="3" name="Rectangle: Rounded Corners 2">
            <a:extLst>
              <a:ext uri="{FF2B5EF4-FFF2-40B4-BE49-F238E27FC236}">
                <a16:creationId xmlns:a16="http://schemas.microsoft.com/office/drawing/2014/main" id="{2981AA2C-BA5F-3C3B-3FCC-A8FE634DD2D9}"/>
              </a:ext>
            </a:extLst>
          </p:cNvPr>
          <p:cNvSpPr/>
          <p:nvPr/>
        </p:nvSpPr>
        <p:spPr>
          <a:xfrm>
            <a:off x="664029" y="4931229"/>
            <a:ext cx="6449392" cy="1088571"/>
          </a:xfrm>
          <a:prstGeom prst="roundRect">
            <a:avLst/>
          </a:prstGeom>
          <a:solidFill>
            <a:srgbClr val="375250"/>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4000" dirty="0" err="1">
                <a:solidFill>
                  <a:schemeClr val="bg1"/>
                </a:solidFill>
                <a:ea typeface="+mn-lt"/>
                <a:cs typeface="+mn-lt"/>
              </a:rPr>
              <a:t>Kantonsschule</a:t>
            </a:r>
            <a:r>
              <a:rPr lang="en-US" sz="4000" dirty="0">
                <a:solidFill>
                  <a:schemeClr val="bg1"/>
                </a:solidFill>
                <a:ea typeface="+mn-lt"/>
                <a:cs typeface="+mn-lt"/>
              </a:rPr>
              <a:t> </a:t>
            </a:r>
            <a:r>
              <a:rPr lang="en-US" sz="4000" dirty="0" err="1">
                <a:solidFill>
                  <a:schemeClr val="bg1"/>
                </a:solidFill>
                <a:ea typeface="+mn-lt"/>
                <a:cs typeface="+mn-lt"/>
              </a:rPr>
              <a:t>Münchenstein</a:t>
            </a:r>
            <a:endParaRPr lang="en-US">
              <a:solidFill>
                <a:schemeClr val="bg1"/>
              </a:solidFill>
              <a:ea typeface="Calibri"/>
              <a:cs typeface="Calibri"/>
            </a:endParaRPr>
          </a:p>
          <a:p>
            <a:r>
              <a:rPr lang="en-US" sz="2800" dirty="0">
                <a:latin typeface="Helvetica Neue Thin" panose="020B0403020202020204"/>
              </a:rPr>
              <a:t>21.09.2026</a:t>
            </a:r>
            <a:endParaRPr lang="en-CH" sz="2800" dirty="0">
              <a:latin typeface="Helvetica Neue Thin" panose="020B0403020202020204"/>
            </a:endParaRPr>
          </a:p>
        </p:txBody>
      </p:sp>
    </p:spTree>
    <p:extLst>
      <p:ext uri="{BB962C8B-B14F-4D97-AF65-F5344CB8AC3E}">
        <p14:creationId xmlns:p14="http://schemas.microsoft.com/office/powerpoint/2010/main" val="771037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269A3-E8DC-6550-32BA-7BC3DF58E0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8A8FD-972A-52E0-9A12-51C3AE9469AE}"/>
              </a:ext>
            </a:extLst>
          </p:cNvPr>
          <p:cNvSpPr>
            <a:spLocks noGrp="1"/>
          </p:cNvSpPr>
          <p:nvPr>
            <p:ph type="title"/>
          </p:nvPr>
        </p:nvSpPr>
        <p:spPr>
          <a:xfrm>
            <a:off x="1125900" y="84361"/>
            <a:ext cx="4302400" cy="1143200"/>
          </a:xfrm>
        </p:spPr>
        <p:txBody>
          <a:bodyPr>
            <a:normAutofit fontScale="90000"/>
          </a:bodyPr>
          <a:lstStyle/>
          <a:p>
            <a:br>
              <a:rPr lang="en-CH" dirty="0"/>
            </a:br>
            <a:endParaRPr lang="en-CH" dirty="0">
              <a:solidFill>
                <a:srgbClr val="F1AE2B"/>
              </a:solidFill>
            </a:endParaRPr>
          </a:p>
        </p:txBody>
      </p:sp>
      <p:sp>
        <p:nvSpPr>
          <p:cNvPr id="5" name="Rechteck 1">
            <a:extLst>
              <a:ext uri="{FF2B5EF4-FFF2-40B4-BE49-F238E27FC236}">
                <a16:creationId xmlns:a16="http://schemas.microsoft.com/office/drawing/2014/main" id="{697D8ECF-EB6B-EC5A-8B76-210CA483759A}"/>
              </a:ext>
            </a:extLst>
          </p:cNvPr>
          <p:cNvSpPr/>
          <p:nvPr/>
        </p:nvSpPr>
        <p:spPr>
          <a:xfrm>
            <a:off x="776536" y="1538824"/>
            <a:ext cx="8976500" cy="646331"/>
          </a:xfrm>
          <a:prstGeom prst="rect">
            <a:avLst/>
          </a:prstGeom>
        </p:spPr>
        <p:txBody>
          <a:bodyPr wrap="square">
            <a:spAutoFit/>
          </a:bodyPr>
          <a:lstStyle/>
          <a:p>
            <a:endParaRPr lang="de-CH" dirty="0">
              <a:latin typeface="Helvetica Neue Light" panose="02000403000000020004" pitchFamily="2" charset="0"/>
              <a:ea typeface="Helvetica Neue Light" panose="02000403000000020004" pitchFamily="2" charset="0"/>
              <a:cs typeface="Arial" panose="020B0604020202020204" pitchFamily="34" charset="0"/>
            </a:endParaRPr>
          </a:p>
          <a:p>
            <a:endParaRPr lang="de-CH" dirty="0">
              <a:latin typeface="Helvetica Neue Light" panose="02000403000000020004" pitchFamily="2" charset="0"/>
              <a:ea typeface="Helvetica Neue Light" panose="02000403000000020004" pitchFamily="2" charset="0"/>
              <a:cs typeface="Arial" panose="020B0604020202020204" pitchFamily="34" charset="0"/>
            </a:endParaRPr>
          </a:p>
        </p:txBody>
      </p:sp>
      <p:sp>
        <p:nvSpPr>
          <p:cNvPr id="6" name="Google Shape;85;p16">
            <a:extLst>
              <a:ext uri="{FF2B5EF4-FFF2-40B4-BE49-F238E27FC236}">
                <a16:creationId xmlns:a16="http://schemas.microsoft.com/office/drawing/2014/main" id="{DD055EAB-9FD9-521F-7CE6-30A91ED0CB1F}"/>
              </a:ext>
            </a:extLst>
          </p:cNvPr>
          <p:cNvSpPr txBox="1">
            <a:spLocks/>
          </p:cNvSpPr>
          <p:nvPr/>
        </p:nvSpPr>
        <p:spPr>
          <a:xfrm>
            <a:off x="3008622" y="3239752"/>
            <a:ext cx="6125229" cy="2141425"/>
          </a:xfrm>
          <a:prstGeom prst="rect">
            <a:avLst/>
          </a:prstGeom>
        </p:spPr>
        <p:txBody>
          <a:bodyPr spcFirstLastPara="1" vert="horz" wrap="square" lIns="121900" tIns="121900" rIns="121900" bIns="121900" rtlCol="0" anchor="t" anchorCtr="0">
            <a:noAutofit/>
          </a:bodyPr>
          <a:lstStyle>
            <a:lvl1pPr marL="609585" lvl="0" indent="-457189" algn="l" defTabSz="914400" rtl="0" eaLnBrk="1" latinLnBrk="0" hangingPunct="1">
              <a:lnSpc>
                <a:spcPct val="90000"/>
              </a:lnSpc>
              <a:spcBef>
                <a:spcPts val="800"/>
              </a:spcBef>
              <a:spcAft>
                <a:spcPts val="0"/>
              </a:spcAft>
              <a:buSzPts val="1800"/>
              <a:buFont typeface="Arial" panose="020B0604020202020204" pitchFamily="34" charset="0"/>
              <a:buChar char="▪"/>
              <a:defRPr sz="2800" b="0" i="0" kern="1200">
                <a:solidFill>
                  <a:schemeClr val="tx1"/>
                </a:solidFill>
                <a:latin typeface="Helvetica Neue Thin" panose="020B0403020202020204" pitchFamily="34" charset="0"/>
                <a:ea typeface="Helvetica Neue Thin" panose="020B0403020202020204" pitchFamily="34" charset="0"/>
                <a:cs typeface="+mn-cs"/>
              </a:defRPr>
            </a:lvl1pPr>
            <a:lvl2pPr marL="1219170" lvl="1" indent="-457189" algn="l" defTabSz="914400" rtl="0" eaLnBrk="1" latinLnBrk="0" hangingPunct="1">
              <a:lnSpc>
                <a:spcPct val="90000"/>
              </a:lnSpc>
              <a:spcBef>
                <a:spcPts val="0"/>
              </a:spcBef>
              <a:spcAft>
                <a:spcPts val="0"/>
              </a:spcAft>
              <a:buSzPts val="1800"/>
              <a:buFont typeface="Arial" panose="020B0604020202020204" pitchFamily="34" charset="0"/>
              <a:buChar char="▫"/>
              <a:defRPr sz="2400" b="0" i="0" kern="1200">
                <a:solidFill>
                  <a:schemeClr val="tx1"/>
                </a:solidFill>
                <a:latin typeface="Helvetica Neue Thin" panose="020B0403020202020204" pitchFamily="34" charset="0"/>
                <a:ea typeface="Helvetica Neue Thin" panose="020B0403020202020204" pitchFamily="34" charset="0"/>
                <a:cs typeface="+mn-cs"/>
              </a:defRPr>
            </a:lvl2pPr>
            <a:lvl3pPr marL="1828754" lvl="2" indent="-457189" algn="l" defTabSz="914400" rtl="0" eaLnBrk="1" latinLnBrk="0" hangingPunct="1">
              <a:lnSpc>
                <a:spcPct val="90000"/>
              </a:lnSpc>
              <a:spcBef>
                <a:spcPts val="0"/>
              </a:spcBef>
              <a:spcAft>
                <a:spcPts val="0"/>
              </a:spcAft>
              <a:buSzPts val="1800"/>
              <a:buFont typeface="Arial" panose="020B0604020202020204" pitchFamily="34" charset="0"/>
              <a:buChar char="▸"/>
              <a:defRPr sz="2000" b="0" i="0" kern="1200">
                <a:solidFill>
                  <a:schemeClr val="tx1"/>
                </a:solidFill>
                <a:latin typeface="Helvetica Neue Thin" panose="020B0403020202020204" pitchFamily="34" charset="0"/>
                <a:ea typeface="Helvetica Neue Thin" panose="020B0403020202020204" pitchFamily="34" charset="0"/>
                <a:cs typeface="+mn-cs"/>
              </a:defRPr>
            </a:lvl3pPr>
            <a:lvl4pPr marL="2438339" lvl="3"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4pPr>
            <a:lvl5pPr marL="3047924" lvl="4"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5pPr>
            <a:lvl6pPr marL="3657509" lvl="5"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4267093" lvl="6"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4876678" lvl="7"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5486263" lvl="8"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marL="342900" indent="-342900">
              <a:buClr>
                <a:schemeClr val="dk1"/>
              </a:buClr>
              <a:buSzPts val="1100"/>
            </a:pPr>
            <a:endParaRPr lang="de-CH" sz="22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p:txBody>
      </p:sp>
      <p:pic>
        <p:nvPicPr>
          <p:cNvPr id="4" name="Picture 3" descr="A person holding a cell phone&#10;&#10;AI-generated content may be incorrect.">
            <a:extLst>
              <a:ext uri="{FF2B5EF4-FFF2-40B4-BE49-F238E27FC236}">
                <a16:creationId xmlns:a16="http://schemas.microsoft.com/office/drawing/2014/main" id="{C654AF8A-584F-9B37-B2DC-686ECA42BCAD}"/>
              </a:ext>
            </a:extLst>
          </p:cNvPr>
          <p:cNvPicPr>
            <a:picLocks noChangeAspect="1"/>
          </p:cNvPicPr>
          <p:nvPr/>
        </p:nvPicPr>
        <p:blipFill>
          <a:blip r:embed="rId3"/>
          <a:srcRect t="33733" r="16724" b="40635"/>
          <a:stretch>
            <a:fillRect/>
          </a:stretch>
        </p:blipFill>
        <p:spPr>
          <a:xfrm>
            <a:off x="2185906" y="4282068"/>
            <a:ext cx="6824279" cy="1757825"/>
          </a:xfrm>
          <a:prstGeom prst="rect">
            <a:avLst/>
          </a:prstGeom>
        </p:spPr>
      </p:pic>
      <p:pic>
        <p:nvPicPr>
          <p:cNvPr id="7" name="Picture 6">
            <a:extLst>
              <a:ext uri="{FF2B5EF4-FFF2-40B4-BE49-F238E27FC236}">
                <a16:creationId xmlns:a16="http://schemas.microsoft.com/office/drawing/2014/main" id="{EDACB437-C69B-559A-8A95-7B530696952A}"/>
              </a:ext>
            </a:extLst>
          </p:cNvPr>
          <p:cNvPicPr>
            <a:picLocks noChangeAspect="1"/>
          </p:cNvPicPr>
          <p:nvPr/>
        </p:nvPicPr>
        <p:blipFill>
          <a:blip r:embed="rId4"/>
          <a:stretch>
            <a:fillRect/>
          </a:stretch>
        </p:blipFill>
        <p:spPr>
          <a:xfrm>
            <a:off x="1811322" y="1397541"/>
            <a:ext cx="7674306" cy="2629825"/>
          </a:xfrm>
          <a:prstGeom prst="rect">
            <a:avLst/>
          </a:prstGeom>
        </p:spPr>
      </p:pic>
    </p:spTree>
    <p:extLst>
      <p:ext uri="{BB962C8B-B14F-4D97-AF65-F5344CB8AC3E}">
        <p14:creationId xmlns:p14="http://schemas.microsoft.com/office/powerpoint/2010/main" val="15689426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C8F1B-FE54-C955-34F2-6B7D1FFB8340}"/>
              </a:ext>
            </a:extLst>
          </p:cNvPr>
          <p:cNvSpPr>
            <a:spLocks noGrp="1"/>
          </p:cNvSpPr>
          <p:nvPr>
            <p:ph type="title"/>
          </p:nvPr>
        </p:nvSpPr>
        <p:spPr/>
        <p:txBody>
          <a:bodyPr/>
          <a:lstStyle/>
          <a:p>
            <a:endParaRPr lang="en-CH"/>
          </a:p>
        </p:txBody>
      </p:sp>
      <p:sp>
        <p:nvSpPr>
          <p:cNvPr id="3" name="Text Placeholder 2">
            <a:extLst>
              <a:ext uri="{FF2B5EF4-FFF2-40B4-BE49-F238E27FC236}">
                <a16:creationId xmlns:a16="http://schemas.microsoft.com/office/drawing/2014/main" id="{AA685B61-BE34-CC4F-4CD9-1D15CD564613}"/>
              </a:ext>
            </a:extLst>
          </p:cNvPr>
          <p:cNvSpPr>
            <a:spLocks noGrp="1"/>
          </p:cNvSpPr>
          <p:nvPr>
            <p:ph type="body" idx="1"/>
          </p:nvPr>
        </p:nvSpPr>
        <p:spPr/>
        <p:txBody>
          <a:bodyPr/>
          <a:lstStyle/>
          <a:p>
            <a:endParaRPr lang="en-CH"/>
          </a:p>
        </p:txBody>
      </p:sp>
      <p:sp>
        <p:nvSpPr>
          <p:cNvPr id="4" name="Text Placeholder 3">
            <a:extLst>
              <a:ext uri="{FF2B5EF4-FFF2-40B4-BE49-F238E27FC236}">
                <a16:creationId xmlns:a16="http://schemas.microsoft.com/office/drawing/2014/main" id="{C3535AE7-A70B-C9B8-FACE-3481E259F2DE}"/>
              </a:ext>
            </a:extLst>
          </p:cNvPr>
          <p:cNvSpPr>
            <a:spLocks noGrp="1"/>
          </p:cNvSpPr>
          <p:nvPr>
            <p:ph type="body" idx="2"/>
          </p:nvPr>
        </p:nvSpPr>
        <p:spPr/>
        <p:txBody>
          <a:bodyPr/>
          <a:lstStyle/>
          <a:p>
            <a:endParaRPr lang="en-CH"/>
          </a:p>
        </p:txBody>
      </p:sp>
      <p:pic>
        <p:nvPicPr>
          <p:cNvPr id="6" name="Picture 5">
            <a:extLst>
              <a:ext uri="{FF2B5EF4-FFF2-40B4-BE49-F238E27FC236}">
                <a16:creationId xmlns:a16="http://schemas.microsoft.com/office/drawing/2014/main" id="{4902129A-F799-ADFF-5B32-232F593C0785}"/>
              </a:ext>
            </a:extLst>
          </p:cNvPr>
          <p:cNvPicPr>
            <a:picLocks noChangeAspect="1"/>
          </p:cNvPicPr>
          <p:nvPr/>
        </p:nvPicPr>
        <p:blipFill>
          <a:blip r:embed="rId2"/>
          <a:stretch>
            <a:fillRect/>
          </a:stretch>
        </p:blipFill>
        <p:spPr>
          <a:xfrm>
            <a:off x="1295868" y="2521864"/>
            <a:ext cx="8897592" cy="2438740"/>
          </a:xfrm>
          <a:prstGeom prst="rect">
            <a:avLst/>
          </a:prstGeom>
        </p:spPr>
      </p:pic>
    </p:spTree>
    <p:extLst>
      <p:ext uri="{BB962C8B-B14F-4D97-AF65-F5344CB8AC3E}">
        <p14:creationId xmlns:p14="http://schemas.microsoft.com/office/powerpoint/2010/main" val="2288916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97404-8C46-AA63-54D4-56BA49C78CEB}"/>
              </a:ext>
            </a:extLst>
          </p:cNvPr>
          <p:cNvSpPr>
            <a:spLocks noGrp="1"/>
          </p:cNvSpPr>
          <p:nvPr>
            <p:ph type="title"/>
          </p:nvPr>
        </p:nvSpPr>
        <p:spPr/>
        <p:txBody>
          <a:bodyPr/>
          <a:lstStyle/>
          <a:p>
            <a:r>
              <a:rPr lang="de-CH" dirty="0"/>
              <a:t>Deepfakes</a:t>
            </a:r>
            <a:endParaRPr lang="en-CH" dirty="0"/>
          </a:p>
        </p:txBody>
      </p:sp>
      <p:sp>
        <p:nvSpPr>
          <p:cNvPr id="3" name="Text Placeholder 2">
            <a:extLst>
              <a:ext uri="{FF2B5EF4-FFF2-40B4-BE49-F238E27FC236}">
                <a16:creationId xmlns:a16="http://schemas.microsoft.com/office/drawing/2014/main" id="{9297EF1E-9CC2-AE9E-9136-9BD1F653E03C}"/>
              </a:ext>
            </a:extLst>
          </p:cNvPr>
          <p:cNvSpPr>
            <a:spLocks noGrp="1"/>
          </p:cNvSpPr>
          <p:nvPr>
            <p:ph type="body" idx="1"/>
          </p:nvPr>
        </p:nvSpPr>
        <p:spPr/>
        <p:txBody>
          <a:bodyPr/>
          <a:lstStyle/>
          <a:p>
            <a:endParaRPr lang="en-CH"/>
          </a:p>
        </p:txBody>
      </p:sp>
      <p:sp>
        <p:nvSpPr>
          <p:cNvPr id="4" name="Text Placeholder 3">
            <a:extLst>
              <a:ext uri="{FF2B5EF4-FFF2-40B4-BE49-F238E27FC236}">
                <a16:creationId xmlns:a16="http://schemas.microsoft.com/office/drawing/2014/main" id="{4FE73189-E39E-BC57-C8F2-C761271C64B0}"/>
              </a:ext>
            </a:extLst>
          </p:cNvPr>
          <p:cNvSpPr>
            <a:spLocks noGrp="1"/>
          </p:cNvSpPr>
          <p:nvPr>
            <p:ph type="body" idx="2"/>
          </p:nvPr>
        </p:nvSpPr>
        <p:spPr/>
        <p:txBody>
          <a:bodyPr/>
          <a:lstStyle/>
          <a:p>
            <a:endParaRPr lang="en-CH"/>
          </a:p>
        </p:txBody>
      </p:sp>
      <p:pic>
        <p:nvPicPr>
          <p:cNvPr id="6" name="Picture 5">
            <a:extLst>
              <a:ext uri="{FF2B5EF4-FFF2-40B4-BE49-F238E27FC236}">
                <a16:creationId xmlns:a16="http://schemas.microsoft.com/office/drawing/2014/main" id="{F55F836E-CB3C-9445-A80F-37D3DEA44909}"/>
              </a:ext>
            </a:extLst>
          </p:cNvPr>
          <p:cNvPicPr>
            <a:picLocks noChangeAspect="1"/>
          </p:cNvPicPr>
          <p:nvPr/>
        </p:nvPicPr>
        <p:blipFill>
          <a:blip r:embed="rId3"/>
          <a:stretch>
            <a:fillRect/>
          </a:stretch>
        </p:blipFill>
        <p:spPr>
          <a:xfrm>
            <a:off x="1328072" y="2235453"/>
            <a:ext cx="9535856" cy="3591426"/>
          </a:xfrm>
          <a:prstGeom prst="rect">
            <a:avLst/>
          </a:prstGeom>
        </p:spPr>
      </p:pic>
    </p:spTree>
    <p:extLst>
      <p:ext uri="{BB962C8B-B14F-4D97-AF65-F5344CB8AC3E}">
        <p14:creationId xmlns:p14="http://schemas.microsoft.com/office/powerpoint/2010/main" val="4143667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2D817-4ED0-8E52-1D06-D63E47D3101F}"/>
              </a:ext>
            </a:extLst>
          </p:cNvPr>
          <p:cNvSpPr>
            <a:spLocks noGrp="1"/>
          </p:cNvSpPr>
          <p:nvPr>
            <p:ph type="title"/>
          </p:nvPr>
        </p:nvSpPr>
        <p:spPr/>
        <p:txBody>
          <a:bodyPr/>
          <a:lstStyle/>
          <a:p>
            <a:endParaRPr lang="en-CH"/>
          </a:p>
        </p:txBody>
      </p:sp>
      <p:sp>
        <p:nvSpPr>
          <p:cNvPr id="3" name="Text Placeholder 2">
            <a:extLst>
              <a:ext uri="{FF2B5EF4-FFF2-40B4-BE49-F238E27FC236}">
                <a16:creationId xmlns:a16="http://schemas.microsoft.com/office/drawing/2014/main" id="{E9831792-8331-A876-4A56-79611517919D}"/>
              </a:ext>
            </a:extLst>
          </p:cNvPr>
          <p:cNvSpPr>
            <a:spLocks noGrp="1"/>
          </p:cNvSpPr>
          <p:nvPr>
            <p:ph type="body" idx="1"/>
          </p:nvPr>
        </p:nvSpPr>
        <p:spPr/>
        <p:txBody>
          <a:bodyPr/>
          <a:lstStyle/>
          <a:p>
            <a:endParaRPr lang="en-CH"/>
          </a:p>
        </p:txBody>
      </p:sp>
      <p:sp>
        <p:nvSpPr>
          <p:cNvPr id="4" name="Text Placeholder 3">
            <a:extLst>
              <a:ext uri="{FF2B5EF4-FFF2-40B4-BE49-F238E27FC236}">
                <a16:creationId xmlns:a16="http://schemas.microsoft.com/office/drawing/2014/main" id="{78F5EA07-DC47-F4A2-BB7C-B307BFA02F88}"/>
              </a:ext>
            </a:extLst>
          </p:cNvPr>
          <p:cNvSpPr>
            <a:spLocks noGrp="1"/>
          </p:cNvSpPr>
          <p:nvPr>
            <p:ph type="body" idx="2"/>
          </p:nvPr>
        </p:nvSpPr>
        <p:spPr/>
        <p:txBody>
          <a:bodyPr/>
          <a:lstStyle/>
          <a:p>
            <a:endParaRPr lang="en-CH"/>
          </a:p>
        </p:txBody>
      </p:sp>
      <p:pic>
        <p:nvPicPr>
          <p:cNvPr id="6" name="Picture 5" descr="A collage of a person&#10;&#10;AI-generated content may be incorrect.">
            <a:extLst>
              <a:ext uri="{FF2B5EF4-FFF2-40B4-BE49-F238E27FC236}">
                <a16:creationId xmlns:a16="http://schemas.microsoft.com/office/drawing/2014/main" id="{89030B19-AEFA-CA10-11C3-2DB74656F601}"/>
              </a:ext>
            </a:extLst>
          </p:cNvPr>
          <p:cNvPicPr>
            <a:picLocks noChangeAspect="1"/>
          </p:cNvPicPr>
          <p:nvPr/>
        </p:nvPicPr>
        <p:blipFill>
          <a:blip r:embed="rId2"/>
          <a:stretch>
            <a:fillRect/>
          </a:stretch>
        </p:blipFill>
        <p:spPr>
          <a:xfrm>
            <a:off x="2391897" y="1297898"/>
            <a:ext cx="6705534" cy="4262204"/>
          </a:xfrm>
          <a:prstGeom prst="rect">
            <a:avLst/>
          </a:prstGeom>
        </p:spPr>
      </p:pic>
    </p:spTree>
    <p:extLst>
      <p:ext uri="{BB962C8B-B14F-4D97-AF65-F5344CB8AC3E}">
        <p14:creationId xmlns:p14="http://schemas.microsoft.com/office/powerpoint/2010/main" val="958782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8">
          <a:extLst>
            <a:ext uri="{FF2B5EF4-FFF2-40B4-BE49-F238E27FC236}">
              <a16:creationId xmlns:a16="http://schemas.microsoft.com/office/drawing/2014/main" id="{4F382AD1-E5F6-4E0C-F029-51797BD9E6BF}"/>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0B563C98-E3F9-ECB0-A9F0-F1E9549DB680}"/>
              </a:ext>
            </a:extLst>
          </p:cNvPr>
          <p:cNvSpPr/>
          <p:nvPr/>
        </p:nvSpPr>
        <p:spPr>
          <a:xfrm>
            <a:off x="928790" y="2538187"/>
            <a:ext cx="10022239" cy="1587500"/>
          </a:xfrm>
          <a:prstGeom prst="roundRect">
            <a:avLst/>
          </a:prstGeom>
          <a:solidFill>
            <a:srgbClr val="3B5753">
              <a:alpha val="61961"/>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79" name="Google Shape;79;p15">
            <a:extLst>
              <a:ext uri="{FF2B5EF4-FFF2-40B4-BE49-F238E27FC236}">
                <a16:creationId xmlns:a16="http://schemas.microsoft.com/office/drawing/2014/main" id="{E418BC6A-6D9F-4F36-6C73-0B529991B817}"/>
              </a:ext>
            </a:extLst>
          </p:cNvPr>
          <p:cNvSpPr txBox="1">
            <a:spLocks noGrp="1"/>
          </p:cNvSpPr>
          <p:nvPr>
            <p:ph type="ctrTitle"/>
          </p:nvPr>
        </p:nvSpPr>
        <p:spPr>
          <a:xfrm>
            <a:off x="928790" y="2538187"/>
            <a:ext cx="10996435" cy="1587500"/>
          </a:xfrm>
          <a:prstGeom prst="rect">
            <a:avLst/>
          </a:prstGeom>
        </p:spPr>
        <p:txBody>
          <a:bodyPr spcFirstLastPara="1" vert="horz" wrap="square" lIns="121900" tIns="121900" rIns="121900" bIns="121900" rtlCol="0" anchor="ctr" anchorCtr="0">
            <a:noAutofit/>
          </a:bodyPr>
          <a:lstStyle/>
          <a:p>
            <a:pPr>
              <a:lnSpc>
                <a:spcPct val="100000"/>
              </a:lnSpc>
            </a:pPr>
            <a:r>
              <a:rPr lang="en-CH" sz="5400" dirty="0"/>
              <a:t>Teil </a:t>
            </a:r>
            <a:r>
              <a:rPr lang="en-US" sz="5400" dirty="0"/>
              <a:t>2</a:t>
            </a:r>
            <a:r>
              <a:rPr lang="en-CH" sz="5400" dirty="0"/>
              <a:t>:</a:t>
            </a:r>
            <a:br>
              <a:rPr lang="en-CH" sz="5400" dirty="0"/>
            </a:br>
            <a:r>
              <a:rPr lang="en-US" sz="5400" dirty="0">
                <a:solidFill>
                  <a:srgbClr val="F1AE2B"/>
                </a:solidFill>
              </a:rPr>
              <a:t>AI &amp; Energy</a:t>
            </a:r>
          </a:p>
        </p:txBody>
      </p:sp>
      <p:sp>
        <p:nvSpPr>
          <p:cNvPr id="3" name="Rectangle: Rounded Corners 2">
            <a:extLst>
              <a:ext uri="{FF2B5EF4-FFF2-40B4-BE49-F238E27FC236}">
                <a16:creationId xmlns:a16="http://schemas.microsoft.com/office/drawing/2014/main" id="{AD1EBB60-4DE3-AE6A-8D31-7413BFA6CD18}"/>
              </a:ext>
            </a:extLst>
          </p:cNvPr>
          <p:cNvSpPr/>
          <p:nvPr/>
        </p:nvSpPr>
        <p:spPr>
          <a:xfrm>
            <a:off x="664029" y="4931229"/>
            <a:ext cx="6598649" cy="1088571"/>
          </a:xfrm>
          <a:prstGeom prst="roundRect">
            <a:avLst/>
          </a:prstGeom>
          <a:solidFill>
            <a:srgbClr val="375250"/>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4000" dirty="0" err="1">
                <a:solidFill>
                  <a:schemeClr val="bg1"/>
                </a:solidFill>
                <a:ea typeface="+mn-lt"/>
                <a:cs typeface="+mn-lt"/>
              </a:rPr>
              <a:t>Kantonsschule</a:t>
            </a:r>
            <a:r>
              <a:rPr lang="en-US" sz="4000" dirty="0">
                <a:solidFill>
                  <a:schemeClr val="bg1"/>
                </a:solidFill>
                <a:ea typeface="+mn-lt"/>
                <a:cs typeface="+mn-lt"/>
              </a:rPr>
              <a:t> </a:t>
            </a:r>
            <a:r>
              <a:rPr lang="en-US" sz="4000" dirty="0" err="1">
                <a:solidFill>
                  <a:schemeClr val="bg1"/>
                </a:solidFill>
                <a:ea typeface="+mn-lt"/>
                <a:cs typeface="+mn-lt"/>
              </a:rPr>
              <a:t>Münchenstein</a:t>
            </a:r>
            <a:r>
              <a:rPr lang="en-US" sz="2800" dirty="0">
                <a:solidFill>
                  <a:schemeClr val="bg1"/>
                </a:solidFill>
                <a:latin typeface="Helvetica Neue Thin" panose="020B0403020202020204"/>
              </a:rPr>
              <a:t> </a:t>
            </a:r>
            <a:endParaRPr lang="en-US">
              <a:solidFill>
                <a:schemeClr val="bg1"/>
              </a:solidFill>
              <a:ea typeface="Calibri"/>
              <a:cs typeface="Calibri"/>
            </a:endParaRPr>
          </a:p>
          <a:p>
            <a:r>
              <a:rPr lang="en-US" sz="2800" dirty="0">
                <a:solidFill>
                  <a:schemeClr val="bg1"/>
                </a:solidFill>
                <a:latin typeface="Helvetica Neue Thin" panose="020B0403020202020204"/>
              </a:rPr>
              <a:t>21.09.2026</a:t>
            </a:r>
            <a:endParaRPr lang="en-CH" sz="2800" dirty="0">
              <a:solidFill>
                <a:schemeClr val="bg1"/>
              </a:solidFill>
              <a:latin typeface="Helvetica Neue Thin" panose="020B0403020202020204"/>
            </a:endParaRPr>
          </a:p>
        </p:txBody>
      </p:sp>
    </p:spTree>
    <p:extLst>
      <p:ext uri="{BB962C8B-B14F-4D97-AF65-F5344CB8AC3E}">
        <p14:creationId xmlns:p14="http://schemas.microsoft.com/office/powerpoint/2010/main" val="3510240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B8A55-A6BB-70BB-FDDA-4A9EB2353F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5F6E4E-C08E-9F93-8303-9958B8038C81}"/>
              </a:ext>
            </a:extLst>
          </p:cNvPr>
          <p:cNvSpPr>
            <a:spLocks noGrp="1"/>
          </p:cNvSpPr>
          <p:nvPr>
            <p:ph type="title"/>
          </p:nvPr>
        </p:nvSpPr>
        <p:spPr>
          <a:xfrm>
            <a:off x="1125900" y="84361"/>
            <a:ext cx="4302400" cy="1143200"/>
          </a:xfrm>
        </p:spPr>
        <p:txBody>
          <a:bodyPr>
            <a:normAutofit fontScale="90000"/>
          </a:bodyPr>
          <a:lstStyle/>
          <a:p>
            <a:br>
              <a:rPr lang="en-CH" dirty="0"/>
            </a:br>
            <a:r>
              <a:rPr lang="en-CH" dirty="0">
                <a:solidFill>
                  <a:srgbClr val="F1AE2B"/>
                </a:solidFill>
              </a:rPr>
              <a:t>AI</a:t>
            </a:r>
            <a:r>
              <a:rPr lang="en-US" dirty="0">
                <a:solidFill>
                  <a:srgbClr val="F1AE2B"/>
                </a:solidFill>
              </a:rPr>
              <a:t> &amp; Energy</a:t>
            </a:r>
            <a:endParaRPr lang="en-CH" dirty="0">
              <a:solidFill>
                <a:srgbClr val="F1AE2B"/>
              </a:solidFill>
            </a:endParaRPr>
          </a:p>
        </p:txBody>
      </p:sp>
      <p:sp>
        <p:nvSpPr>
          <p:cNvPr id="5" name="Rechteck 1">
            <a:extLst>
              <a:ext uri="{FF2B5EF4-FFF2-40B4-BE49-F238E27FC236}">
                <a16:creationId xmlns:a16="http://schemas.microsoft.com/office/drawing/2014/main" id="{5257A7D2-F97B-57AB-7F74-342E0EF4D61E}"/>
              </a:ext>
            </a:extLst>
          </p:cNvPr>
          <p:cNvSpPr/>
          <p:nvPr/>
        </p:nvSpPr>
        <p:spPr>
          <a:xfrm>
            <a:off x="776536" y="1538824"/>
            <a:ext cx="8976500" cy="646331"/>
          </a:xfrm>
          <a:prstGeom prst="rect">
            <a:avLst/>
          </a:prstGeom>
        </p:spPr>
        <p:txBody>
          <a:bodyPr wrap="square">
            <a:spAutoFit/>
          </a:bodyPr>
          <a:lstStyle/>
          <a:p>
            <a:endParaRPr lang="de-CH" dirty="0">
              <a:latin typeface="Helvetica Neue Light" panose="02000403000000020004" pitchFamily="2" charset="0"/>
              <a:ea typeface="Helvetica Neue Light" panose="02000403000000020004" pitchFamily="2" charset="0"/>
              <a:cs typeface="Arial" panose="020B0604020202020204" pitchFamily="34" charset="0"/>
            </a:endParaRPr>
          </a:p>
          <a:p>
            <a:endParaRPr lang="de-CH" dirty="0">
              <a:latin typeface="Helvetica Neue Light" panose="02000403000000020004" pitchFamily="2" charset="0"/>
              <a:ea typeface="Helvetica Neue Light" panose="02000403000000020004" pitchFamily="2" charset="0"/>
              <a:cs typeface="Arial" panose="020B0604020202020204" pitchFamily="34" charset="0"/>
            </a:endParaRPr>
          </a:p>
        </p:txBody>
      </p:sp>
      <p:sp>
        <p:nvSpPr>
          <p:cNvPr id="6" name="Google Shape;85;p16">
            <a:extLst>
              <a:ext uri="{FF2B5EF4-FFF2-40B4-BE49-F238E27FC236}">
                <a16:creationId xmlns:a16="http://schemas.microsoft.com/office/drawing/2014/main" id="{D633BCA6-B92F-E043-6349-4608E11C4AA1}"/>
              </a:ext>
            </a:extLst>
          </p:cNvPr>
          <p:cNvSpPr txBox="1">
            <a:spLocks/>
          </p:cNvSpPr>
          <p:nvPr/>
        </p:nvSpPr>
        <p:spPr>
          <a:xfrm>
            <a:off x="3008622" y="3239752"/>
            <a:ext cx="6125229" cy="2141425"/>
          </a:xfrm>
          <a:prstGeom prst="rect">
            <a:avLst/>
          </a:prstGeom>
        </p:spPr>
        <p:txBody>
          <a:bodyPr spcFirstLastPara="1" vert="horz" wrap="square" lIns="121900" tIns="121900" rIns="121900" bIns="121900" rtlCol="0" anchor="t" anchorCtr="0">
            <a:noAutofit/>
          </a:bodyPr>
          <a:lstStyle>
            <a:lvl1pPr marL="609585" lvl="0" indent="-457189" algn="l" defTabSz="914400" rtl="0" eaLnBrk="1" latinLnBrk="0" hangingPunct="1">
              <a:lnSpc>
                <a:spcPct val="90000"/>
              </a:lnSpc>
              <a:spcBef>
                <a:spcPts val="800"/>
              </a:spcBef>
              <a:spcAft>
                <a:spcPts val="0"/>
              </a:spcAft>
              <a:buSzPts val="1800"/>
              <a:buFont typeface="Arial" panose="020B0604020202020204" pitchFamily="34" charset="0"/>
              <a:buChar char="▪"/>
              <a:defRPr sz="2800" b="0" i="0" kern="1200">
                <a:solidFill>
                  <a:schemeClr val="tx1"/>
                </a:solidFill>
                <a:latin typeface="Helvetica Neue Thin" panose="020B0403020202020204" pitchFamily="34" charset="0"/>
                <a:ea typeface="Helvetica Neue Thin" panose="020B0403020202020204" pitchFamily="34" charset="0"/>
                <a:cs typeface="+mn-cs"/>
              </a:defRPr>
            </a:lvl1pPr>
            <a:lvl2pPr marL="1219170" lvl="1" indent="-457189" algn="l" defTabSz="914400" rtl="0" eaLnBrk="1" latinLnBrk="0" hangingPunct="1">
              <a:lnSpc>
                <a:spcPct val="90000"/>
              </a:lnSpc>
              <a:spcBef>
                <a:spcPts val="0"/>
              </a:spcBef>
              <a:spcAft>
                <a:spcPts val="0"/>
              </a:spcAft>
              <a:buSzPts val="1800"/>
              <a:buFont typeface="Arial" panose="020B0604020202020204" pitchFamily="34" charset="0"/>
              <a:buChar char="▫"/>
              <a:defRPr sz="2400" b="0" i="0" kern="1200">
                <a:solidFill>
                  <a:schemeClr val="tx1"/>
                </a:solidFill>
                <a:latin typeface="Helvetica Neue Thin" panose="020B0403020202020204" pitchFamily="34" charset="0"/>
                <a:ea typeface="Helvetica Neue Thin" panose="020B0403020202020204" pitchFamily="34" charset="0"/>
                <a:cs typeface="+mn-cs"/>
              </a:defRPr>
            </a:lvl2pPr>
            <a:lvl3pPr marL="1828754" lvl="2" indent="-457189" algn="l" defTabSz="914400" rtl="0" eaLnBrk="1" latinLnBrk="0" hangingPunct="1">
              <a:lnSpc>
                <a:spcPct val="90000"/>
              </a:lnSpc>
              <a:spcBef>
                <a:spcPts val="0"/>
              </a:spcBef>
              <a:spcAft>
                <a:spcPts val="0"/>
              </a:spcAft>
              <a:buSzPts val="1800"/>
              <a:buFont typeface="Arial" panose="020B0604020202020204" pitchFamily="34" charset="0"/>
              <a:buChar char="▸"/>
              <a:defRPr sz="2000" b="0" i="0" kern="1200">
                <a:solidFill>
                  <a:schemeClr val="tx1"/>
                </a:solidFill>
                <a:latin typeface="Helvetica Neue Thin" panose="020B0403020202020204" pitchFamily="34" charset="0"/>
                <a:ea typeface="Helvetica Neue Thin" panose="020B0403020202020204" pitchFamily="34" charset="0"/>
                <a:cs typeface="+mn-cs"/>
              </a:defRPr>
            </a:lvl3pPr>
            <a:lvl4pPr marL="2438339" lvl="3"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4pPr>
            <a:lvl5pPr marL="3047924" lvl="4"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5pPr>
            <a:lvl6pPr marL="3657509" lvl="5"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4267093" lvl="6"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4876678" lvl="7"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5486263" lvl="8"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marL="342900" indent="-342900">
              <a:buClr>
                <a:schemeClr val="dk1"/>
              </a:buClr>
              <a:buSzPts val="1100"/>
            </a:pPr>
            <a:endParaRPr lang="de-CH" sz="22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p:txBody>
      </p:sp>
      <p:pic>
        <p:nvPicPr>
          <p:cNvPr id="1026" name="Picture 2" descr="China launches first commercial underwater data center: An AI cluster under  the sea:">
            <a:extLst>
              <a:ext uri="{FF2B5EF4-FFF2-40B4-BE49-F238E27FC236}">
                <a16:creationId xmlns:a16="http://schemas.microsoft.com/office/drawing/2014/main" id="{13DC56B6-DDC6-5DCF-9E55-288E796E20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7363" y="1630333"/>
            <a:ext cx="7817273" cy="46252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4599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9F2FE-CCA1-C75A-8A4A-A44961F5E0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682E0-1D7F-F24D-4C1F-B5B105297959}"/>
              </a:ext>
            </a:extLst>
          </p:cNvPr>
          <p:cNvSpPr>
            <a:spLocks noGrp="1"/>
          </p:cNvSpPr>
          <p:nvPr>
            <p:ph type="title"/>
          </p:nvPr>
        </p:nvSpPr>
        <p:spPr>
          <a:xfrm>
            <a:off x="1125900" y="84361"/>
            <a:ext cx="4302400" cy="1143200"/>
          </a:xfrm>
        </p:spPr>
        <p:txBody>
          <a:bodyPr>
            <a:normAutofit fontScale="90000"/>
          </a:bodyPr>
          <a:lstStyle/>
          <a:p>
            <a:br>
              <a:rPr lang="en-CH" dirty="0"/>
            </a:br>
            <a:r>
              <a:rPr lang="en-CH" dirty="0">
                <a:solidFill>
                  <a:srgbClr val="F1AE2B"/>
                </a:solidFill>
              </a:rPr>
              <a:t>AI</a:t>
            </a:r>
            <a:r>
              <a:rPr lang="en-US" dirty="0">
                <a:solidFill>
                  <a:srgbClr val="F1AE2B"/>
                </a:solidFill>
              </a:rPr>
              <a:t> &amp; Energy</a:t>
            </a:r>
            <a:endParaRPr lang="en-CH" dirty="0">
              <a:solidFill>
                <a:srgbClr val="F1AE2B"/>
              </a:solidFill>
            </a:endParaRPr>
          </a:p>
        </p:txBody>
      </p:sp>
      <p:sp>
        <p:nvSpPr>
          <p:cNvPr id="5" name="Rechteck 1">
            <a:extLst>
              <a:ext uri="{FF2B5EF4-FFF2-40B4-BE49-F238E27FC236}">
                <a16:creationId xmlns:a16="http://schemas.microsoft.com/office/drawing/2014/main" id="{A10796DD-DED7-32B9-C064-1D763D23391C}"/>
              </a:ext>
            </a:extLst>
          </p:cNvPr>
          <p:cNvSpPr/>
          <p:nvPr/>
        </p:nvSpPr>
        <p:spPr>
          <a:xfrm>
            <a:off x="776536" y="1538824"/>
            <a:ext cx="8976500" cy="646331"/>
          </a:xfrm>
          <a:prstGeom prst="rect">
            <a:avLst/>
          </a:prstGeom>
        </p:spPr>
        <p:txBody>
          <a:bodyPr wrap="square">
            <a:spAutoFit/>
          </a:bodyPr>
          <a:lstStyle/>
          <a:p>
            <a:endParaRPr lang="de-CH" dirty="0">
              <a:latin typeface="Helvetica Neue Light" panose="02000403000000020004" pitchFamily="2" charset="0"/>
              <a:ea typeface="Helvetica Neue Light" panose="02000403000000020004" pitchFamily="2" charset="0"/>
              <a:cs typeface="Arial" panose="020B0604020202020204" pitchFamily="34" charset="0"/>
            </a:endParaRPr>
          </a:p>
          <a:p>
            <a:endParaRPr lang="de-CH" dirty="0">
              <a:latin typeface="Helvetica Neue Light" panose="02000403000000020004" pitchFamily="2" charset="0"/>
              <a:ea typeface="Helvetica Neue Light" panose="02000403000000020004" pitchFamily="2" charset="0"/>
              <a:cs typeface="Arial" panose="020B0604020202020204" pitchFamily="34" charset="0"/>
            </a:endParaRPr>
          </a:p>
        </p:txBody>
      </p:sp>
      <p:sp>
        <p:nvSpPr>
          <p:cNvPr id="6" name="Google Shape;85;p16">
            <a:extLst>
              <a:ext uri="{FF2B5EF4-FFF2-40B4-BE49-F238E27FC236}">
                <a16:creationId xmlns:a16="http://schemas.microsoft.com/office/drawing/2014/main" id="{2C22EC98-05F0-0E5A-AC74-94483AC0323C}"/>
              </a:ext>
            </a:extLst>
          </p:cNvPr>
          <p:cNvSpPr txBox="1">
            <a:spLocks/>
          </p:cNvSpPr>
          <p:nvPr/>
        </p:nvSpPr>
        <p:spPr>
          <a:xfrm>
            <a:off x="3008622" y="3239752"/>
            <a:ext cx="6125229" cy="2141425"/>
          </a:xfrm>
          <a:prstGeom prst="rect">
            <a:avLst/>
          </a:prstGeom>
        </p:spPr>
        <p:txBody>
          <a:bodyPr spcFirstLastPara="1" vert="horz" wrap="square" lIns="121900" tIns="121900" rIns="121900" bIns="121900" rtlCol="0" anchor="t" anchorCtr="0">
            <a:noAutofit/>
          </a:bodyPr>
          <a:lstStyle>
            <a:lvl1pPr marL="609585" lvl="0" indent="-457189" algn="l" defTabSz="914400" rtl="0" eaLnBrk="1" latinLnBrk="0" hangingPunct="1">
              <a:lnSpc>
                <a:spcPct val="90000"/>
              </a:lnSpc>
              <a:spcBef>
                <a:spcPts val="800"/>
              </a:spcBef>
              <a:spcAft>
                <a:spcPts val="0"/>
              </a:spcAft>
              <a:buSzPts val="1800"/>
              <a:buFont typeface="Arial" panose="020B0604020202020204" pitchFamily="34" charset="0"/>
              <a:buChar char="▪"/>
              <a:defRPr sz="2800" b="0" i="0" kern="1200">
                <a:solidFill>
                  <a:schemeClr val="tx1"/>
                </a:solidFill>
                <a:latin typeface="Helvetica Neue Thin" panose="020B0403020202020204" pitchFamily="34" charset="0"/>
                <a:ea typeface="Helvetica Neue Thin" panose="020B0403020202020204" pitchFamily="34" charset="0"/>
                <a:cs typeface="+mn-cs"/>
              </a:defRPr>
            </a:lvl1pPr>
            <a:lvl2pPr marL="1219170" lvl="1" indent="-457189" algn="l" defTabSz="914400" rtl="0" eaLnBrk="1" latinLnBrk="0" hangingPunct="1">
              <a:lnSpc>
                <a:spcPct val="90000"/>
              </a:lnSpc>
              <a:spcBef>
                <a:spcPts val="0"/>
              </a:spcBef>
              <a:spcAft>
                <a:spcPts val="0"/>
              </a:spcAft>
              <a:buSzPts val="1800"/>
              <a:buFont typeface="Arial" panose="020B0604020202020204" pitchFamily="34" charset="0"/>
              <a:buChar char="▫"/>
              <a:defRPr sz="2400" b="0" i="0" kern="1200">
                <a:solidFill>
                  <a:schemeClr val="tx1"/>
                </a:solidFill>
                <a:latin typeface="Helvetica Neue Thin" panose="020B0403020202020204" pitchFamily="34" charset="0"/>
                <a:ea typeface="Helvetica Neue Thin" panose="020B0403020202020204" pitchFamily="34" charset="0"/>
                <a:cs typeface="+mn-cs"/>
              </a:defRPr>
            </a:lvl2pPr>
            <a:lvl3pPr marL="1828754" lvl="2" indent="-457189" algn="l" defTabSz="914400" rtl="0" eaLnBrk="1" latinLnBrk="0" hangingPunct="1">
              <a:lnSpc>
                <a:spcPct val="90000"/>
              </a:lnSpc>
              <a:spcBef>
                <a:spcPts val="0"/>
              </a:spcBef>
              <a:spcAft>
                <a:spcPts val="0"/>
              </a:spcAft>
              <a:buSzPts val="1800"/>
              <a:buFont typeface="Arial" panose="020B0604020202020204" pitchFamily="34" charset="0"/>
              <a:buChar char="▸"/>
              <a:defRPr sz="2000" b="0" i="0" kern="1200">
                <a:solidFill>
                  <a:schemeClr val="tx1"/>
                </a:solidFill>
                <a:latin typeface="Helvetica Neue Thin" panose="020B0403020202020204" pitchFamily="34" charset="0"/>
                <a:ea typeface="Helvetica Neue Thin" panose="020B0403020202020204" pitchFamily="34" charset="0"/>
                <a:cs typeface="+mn-cs"/>
              </a:defRPr>
            </a:lvl3pPr>
            <a:lvl4pPr marL="2438339" lvl="3"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4pPr>
            <a:lvl5pPr marL="3047924" lvl="4"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5pPr>
            <a:lvl6pPr marL="3657509" lvl="5"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4267093" lvl="6"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4876678" lvl="7"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5486263" lvl="8"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marL="342900" indent="-342900">
              <a:buClr>
                <a:schemeClr val="dk1"/>
              </a:buClr>
              <a:buSzPts val="1100"/>
            </a:pPr>
            <a:endParaRPr lang="de-CH" sz="22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p:txBody>
      </p:sp>
      <p:pic>
        <p:nvPicPr>
          <p:cNvPr id="3076" name="Picture 4" descr="AI Power Consumption: Rapidly Becoming Mission-Critical">
            <a:extLst>
              <a:ext uri="{FF2B5EF4-FFF2-40B4-BE49-F238E27FC236}">
                <a16:creationId xmlns:a16="http://schemas.microsoft.com/office/drawing/2014/main" id="{D54C1C28-32CA-7ADD-675F-04A5CB7922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1298" y="1538824"/>
            <a:ext cx="7689404" cy="46726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0716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8">
          <a:extLst>
            <a:ext uri="{FF2B5EF4-FFF2-40B4-BE49-F238E27FC236}">
              <a16:creationId xmlns:a16="http://schemas.microsoft.com/office/drawing/2014/main" id="{5BB282E7-264A-4648-D95C-A59BF07018C1}"/>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3113444-882E-1CA2-6304-AEB930DD0776}"/>
              </a:ext>
            </a:extLst>
          </p:cNvPr>
          <p:cNvSpPr/>
          <p:nvPr/>
        </p:nvSpPr>
        <p:spPr>
          <a:xfrm>
            <a:off x="928790" y="2538187"/>
            <a:ext cx="10022239" cy="1587500"/>
          </a:xfrm>
          <a:prstGeom prst="roundRect">
            <a:avLst/>
          </a:prstGeom>
          <a:solidFill>
            <a:srgbClr val="3B5753">
              <a:alpha val="61961"/>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H"/>
          </a:p>
        </p:txBody>
      </p:sp>
      <p:sp>
        <p:nvSpPr>
          <p:cNvPr id="79" name="Google Shape;79;p15">
            <a:extLst>
              <a:ext uri="{FF2B5EF4-FFF2-40B4-BE49-F238E27FC236}">
                <a16:creationId xmlns:a16="http://schemas.microsoft.com/office/drawing/2014/main" id="{C95200DE-E96A-67B1-0D7D-19FA00EFBECB}"/>
              </a:ext>
            </a:extLst>
          </p:cNvPr>
          <p:cNvSpPr txBox="1">
            <a:spLocks noGrp="1"/>
          </p:cNvSpPr>
          <p:nvPr>
            <p:ph type="ctrTitle"/>
          </p:nvPr>
        </p:nvSpPr>
        <p:spPr>
          <a:xfrm>
            <a:off x="928790" y="2538187"/>
            <a:ext cx="10996435" cy="1587500"/>
          </a:xfrm>
          <a:prstGeom prst="rect">
            <a:avLst/>
          </a:prstGeom>
        </p:spPr>
        <p:txBody>
          <a:bodyPr spcFirstLastPara="1" vert="horz" wrap="square" lIns="121900" tIns="121900" rIns="121900" bIns="121900" rtlCol="0" anchor="ctr" anchorCtr="0">
            <a:noAutofit/>
          </a:bodyPr>
          <a:lstStyle/>
          <a:p>
            <a:pPr>
              <a:lnSpc>
                <a:spcPct val="100000"/>
              </a:lnSpc>
            </a:pPr>
            <a:r>
              <a:rPr lang="en-CH" sz="5400" dirty="0"/>
              <a:t>Teil </a:t>
            </a:r>
            <a:r>
              <a:rPr lang="de-CH" sz="5400" dirty="0"/>
              <a:t>3</a:t>
            </a:r>
            <a:r>
              <a:rPr lang="en-CH" sz="5400" dirty="0"/>
              <a:t>:</a:t>
            </a:r>
            <a:br>
              <a:rPr lang="en-CH" sz="5400" dirty="0"/>
            </a:br>
            <a:r>
              <a:rPr lang="en-CH" sz="5400" dirty="0">
                <a:solidFill>
                  <a:srgbClr val="F1AE2B"/>
                </a:solidFill>
              </a:rPr>
              <a:t>AI</a:t>
            </a:r>
            <a:r>
              <a:rPr lang="de-CH" sz="5400" dirty="0">
                <a:solidFill>
                  <a:srgbClr val="F1AE2B"/>
                </a:solidFill>
              </a:rPr>
              <a:t> &amp; Security</a:t>
            </a:r>
            <a:endParaRPr lang="en-US" sz="5400" dirty="0"/>
          </a:p>
        </p:txBody>
      </p:sp>
      <p:sp>
        <p:nvSpPr>
          <p:cNvPr id="3" name="Rectangle: Rounded Corners 2">
            <a:extLst>
              <a:ext uri="{FF2B5EF4-FFF2-40B4-BE49-F238E27FC236}">
                <a16:creationId xmlns:a16="http://schemas.microsoft.com/office/drawing/2014/main" id="{46D408C3-4F2E-FEC6-6518-298AB56370F5}"/>
              </a:ext>
            </a:extLst>
          </p:cNvPr>
          <p:cNvSpPr/>
          <p:nvPr/>
        </p:nvSpPr>
        <p:spPr>
          <a:xfrm>
            <a:off x="664029" y="4931229"/>
            <a:ext cx="6535804" cy="1088571"/>
          </a:xfrm>
          <a:prstGeom prst="roundRect">
            <a:avLst/>
          </a:prstGeom>
          <a:solidFill>
            <a:srgbClr val="375250"/>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en-US" sz="4000" dirty="0" err="1">
                <a:solidFill>
                  <a:schemeClr val="bg1"/>
                </a:solidFill>
                <a:ea typeface="+mn-lt"/>
                <a:cs typeface="+mn-lt"/>
              </a:rPr>
              <a:t>Kantonsschule</a:t>
            </a:r>
            <a:r>
              <a:rPr lang="en-US" sz="4000" dirty="0">
                <a:solidFill>
                  <a:schemeClr val="bg1"/>
                </a:solidFill>
                <a:ea typeface="+mn-lt"/>
                <a:cs typeface="+mn-lt"/>
              </a:rPr>
              <a:t> </a:t>
            </a:r>
            <a:r>
              <a:rPr lang="en-US" sz="4000" dirty="0" err="1">
                <a:solidFill>
                  <a:schemeClr val="bg1"/>
                </a:solidFill>
                <a:ea typeface="+mn-lt"/>
                <a:cs typeface="+mn-lt"/>
              </a:rPr>
              <a:t>Münchenstein</a:t>
            </a:r>
            <a:r>
              <a:rPr lang="en-US" sz="2800" dirty="0">
                <a:solidFill>
                  <a:schemeClr val="bg1"/>
                </a:solidFill>
                <a:latin typeface="Helvetica Neue Thin" panose="020B0403020202020204"/>
              </a:rPr>
              <a:t> </a:t>
            </a:r>
            <a:endParaRPr lang="en-US">
              <a:solidFill>
                <a:schemeClr val="bg1"/>
              </a:solidFill>
              <a:ea typeface="Calibri"/>
              <a:cs typeface="Calibri"/>
            </a:endParaRPr>
          </a:p>
          <a:p>
            <a:r>
              <a:rPr lang="en-US" sz="2800" dirty="0">
                <a:solidFill>
                  <a:schemeClr val="bg1"/>
                </a:solidFill>
                <a:latin typeface="Helvetica Neue Thin" panose="020B0403020202020204"/>
              </a:rPr>
              <a:t>21.09.2026</a:t>
            </a:r>
            <a:endParaRPr lang="en-CH" sz="2800" dirty="0">
              <a:solidFill>
                <a:schemeClr val="bg1"/>
              </a:solidFill>
              <a:latin typeface="Helvetica Neue Thin" panose="020B0403020202020204"/>
            </a:endParaRPr>
          </a:p>
        </p:txBody>
      </p:sp>
    </p:spTree>
    <p:extLst>
      <p:ext uri="{BB962C8B-B14F-4D97-AF65-F5344CB8AC3E}">
        <p14:creationId xmlns:p14="http://schemas.microsoft.com/office/powerpoint/2010/main" val="33937634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6A7A9-2C61-2314-B612-AADD15824A9F}"/>
              </a:ext>
            </a:extLst>
          </p:cNvPr>
          <p:cNvSpPr>
            <a:spLocks noGrp="1"/>
          </p:cNvSpPr>
          <p:nvPr>
            <p:ph type="title"/>
          </p:nvPr>
        </p:nvSpPr>
        <p:spPr/>
        <p:txBody>
          <a:bodyPr>
            <a:normAutofit/>
          </a:bodyPr>
          <a:lstStyle/>
          <a:p>
            <a:r>
              <a:rPr lang="de-CH" dirty="0"/>
              <a:t>Chatbots</a:t>
            </a:r>
            <a:endParaRPr lang="en-CH" dirty="0"/>
          </a:p>
        </p:txBody>
      </p:sp>
      <p:sp>
        <p:nvSpPr>
          <p:cNvPr id="3" name="Text Placeholder 2">
            <a:extLst>
              <a:ext uri="{FF2B5EF4-FFF2-40B4-BE49-F238E27FC236}">
                <a16:creationId xmlns:a16="http://schemas.microsoft.com/office/drawing/2014/main" id="{67528C48-2865-EAC8-03A4-3175157700A7}"/>
              </a:ext>
            </a:extLst>
          </p:cNvPr>
          <p:cNvSpPr>
            <a:spLocks noGrp="1"/>
          </p:cNvSpPr>
          <p:nvPr>
            <p:ph type="body" idx="1"/>
          </p:nvPr>
        </p:nvSpPr>
        <p:spPr/>
        <p:txBody>
          <a:bodyPr/>
          <a:lstStyle/>
          <a:p>
            <a:endParaRPr lang="en-CH"/>
          </a:p>
        </p:txBody>
      </p:sp>
      <p:sp>
        <p:nvSpPr>
          <p:cNvPr id="4" name="Text Placeholder 3">
            <a:extLst>
              <a:ext uri="{FF2B5EF4-FFF2-40B4-BE49-F238E27FC236}">
                <a16:creationId xmlns:a16="http://schemas.microsoft.com/office/drawing/2014/main" id="{C237E305-2CCB-4CF9-C18C-060AB1ED2AB8}"/>
              </a:ext>
            </a:extLst>
          </p:cNvPr>
          <p:cNvSpPr>
            <a:spLocks noGrp="1"/>
          </p:cNvSpPr>
          <p:nvPr>
            <p:ph type="body" idx="2"/>
          </p:nvPr>
        </p:nvSpPr>
        <p:spPr/>
        <p:txBody>
          <a:bodyPr/>
          <a:lstStyle/>
          <a:p>
            <a:endParaRPr lang="en-CH"/>
          </a:p>
        </p:txBody>
      </p:sp>
      <p:pic>
        <p:nvPicPr>
          <p:cNvPr id="6" name="Picture 5">
            <a:extLst>
              <a:ext uri="{FF2B5EF4-FFF2-40B4-BE49-F238E27FC236}">
                <a16:creationId xmlns:a16="http://schemas.microsoft.com/office/drawing/2014/main" id="{5F37CFD4-CAB1-AB69-9A51-65DC4D7B5FD7}"/>
              </a:ext>
            </a:extLst>
          </p:cNvPr>
          <p:cNvPicPr>
            <a:picLocks noChangeAspect="1"/>
          </p:cNvPicPr>
          <p:nvPr/>
        </p:nvPicPr>
        <p:blipFill>
          <a:blip r:embed="rId2"/>
          <a:stretch>
            <a:fillRect/>
          </a:stretch>
        </p:blipFill>
        <p:spPr>
          <a:xfrm>
            <a:off x="1226608" y="2259158"/>
            <a:ext cx="8773749" cy="3477110"/>
          </a:xfrm>
          <a:prstGeom prst="rect">
            <a:avLst/>
          </a:prstGeom>
        </p:spPr>
      </p:pic>
    </p:spTree>
    <p:extLst>
      <p:ext uri="{BB962C8B-B14F-4D97-AF65-F5344CB8AC3E}">
        <p14:creationId xmlns:p14="http://schemas.microsoft.com/office/powerpoint/2010/main" val="37466170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90B57-266C-5D5E-847F-954A861A82BD}"/>
              </a:ext>
            </a:extLst>
          </p:cNvPr>
          <p:cNvSpPr>
            <a:spLocks noGrp="1"/>
          </p:cNvSpPr>
          <p:nvPr>
            <p:ph type="title"/>
          </p:nvPr>
        </p:nvSpPr>
        <p:spPr/>
        <p:txBody>
          <a:bodyPr/>
          <a:lstStyle/>
          <a:p>
            <a:endParaRPr lang="en-CH"/>
          </a:p>
        </p:txBody>
      </p:sp>
      <p:sp>
        <p:nvSpPr>
          <p:cNvPr id="3" name="Text Placeholder 2">
            <a:extLst>
              <a:ext uri="{FF2B5EF4-FFF2-40B4-BE49-F238E27FC236}">
                <a16:creationId xmlns:a16="http://schemas.microsoft.com/office/drawing/2014/main" id="{C75960C6-B54D-3520-E67A-4C28FA8BBD88}"/>
              </a:ext>
            </a:extLst>
          </p:cNvPr>
          <p:cNvSpPr>
            <a:spLocks noGrp="1"/>
          </p:cNvSpPr>
          <p:nvPr>
            <p:ph type="body" idx="1"/>
          </p:nvPr>
        </p:nvSpPr>
        <p:spPr/>
        <p:txBody>
          <a:bodyPr/>
          <a:lstStyle/>
          <a:p>
            <a:endParaRPr lang="en-CH"/>
          </a:p>
        </p:txBody>
      </p:sp>
      <p:sp>
        <p:nvSpPr>
          <p:cNvPr id="4" name="Text Placeholder 3">
            <a:extLst>
              <a:ext uri="{FF2B5EF4-FFF2-40B4-BE49-F238E27FC236}">
                <a16:creationId xmlns:a16="http://schemas.microsoft.com/office/drawing/2014/main" id="{2B12E5EC-B572-78D3-C1C2-EAF0B0055259}"/>
              </a:ext>
            </a:extLst>
          </p:cNvPr>
          <p:cNvSpPr>
            <a:spLocks noGrp="1"/>
          </p:cNvSpPr>
          <p:nvPr>
            <p:ph type="body" idx="2"/>
          </p:nvPr>
        </p:nvSpPr>
        <p:spPr/>
        <p:txBody>
          <a:bodyPr/>
          <a:lstStyle/>
          <a:p>
            <a:endParaRPr lang="en-CH"/>
          </a:p>
        </p:txBody>
      </p:sp>
      <p:pic>
        <p:nvPicPr>
          <p:cNvPr id="6" name="Picture 5">
            <a:extLst>
              <a:ext uri="{FF2B5EF4-FFF2-40B4-BE49-F238E27FC236}">
                <a16:creationId xmlns:a16="http://schemas.microsoft.com/office/drawing/2014/main" id="{EE3EF998-2CA8-2770-FE30-CDEAD82D3FFC}"/>
              </a:ext>
            </a:extLst>
          </p:cNvPr>
          <p:cNvPicPr>
            <a:picLocks noChangeAspect="1"/>
          </p:cNvPicPr>
          <p:nvPr/>
        </p:nvPicPr>
        <p:blipFill>
          <a:blip r:embed="rId2"/>
          <a:stretch>
            <a:fillRect/>
          </a:stretch>
        </p:blipFill>
        <p:spPr>
          <a:xfrm>
            <a:off x="1647204" y="2107357"/>
            <a:ext cx="8897592" cy="3905795"/>
          </a:xfrm>
          <a:prstGeom prst="rect">
            <a:avLst/>
          </a:prstGeom>
        </p:spPr>
      </p:pic>
    </p:spTree>
    <p:extLst>
      <p:ext uri="{BB962C8B-B14F-4D97-AF65-F5344CB8AC3E}">
        <p14:creationId xmlns:p14="http://schemas.microsoft.com/office/powerpoint/2010/main" val="22424466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D659C-3845-306E-5164-A1085A235702}"/>
              </a:ext>
            </a:extLst>
          </p:cNvPr>
          <p:cNvSpPr>
            <a:spLocks noGrp="1"/>
          </p:cNvSpPr>
          <p:nvPr>
            <p:ph type="title"/>
          </p:nvPr>
        </p:nvSpPr>
        <p:spPr/>
        <p:txBody>
          <a:bodyPr/>
          <a:lstStyle/>
          <a:p>
            <a:endParaRPr lang="en-CH"/>
          </a:p>
        </p:txBody>
      </p:sp>
      <p:sp>
        <p:nvSpPr>
          <p:cNvPr id="3" name="Text Placeholder 2">
            <a:extLst>
              <a:ext uri="{FF2B5EF4-FFF2-40B4-BE49-F238E27FC236}">
                <a16:creationId xmlns:a16="http://schemas.microsoft.com/office/drawing/2014/main" id="{55C14E20-0297-F3C9-A29A-B20BE8BB1BEC}"/>
              </a:ext>
            </a:extLst>
          </p:cNvPr>
          <p:cNvSpPr>
            <a:spLocks noGrp="1"/>
          </p:cNvSpPr>
          <p:nvPr>
            <p:ph type="body" idx="1"/>
          </p:nvPr>
        </p:nvSpPr>
        <p:spPr/>
        <p:txBody>
          <a:bodyPr/>
          <a:lstStyle/>
          <a:p>
            <a:endParaRPr lang="en-CH"/>
          </a:p>
        </p:txBody>
      </p:sp>
      <p:sp>
        <p:nvSpPr>
          <p:cNvPr id="4" name="Text Placeholder 3">
            <a:extLst>
              <a:ext uri="{FF2B5EF4-FFF2-40B4-BE49-F238E27FC236}">
                <a16:creationId xmlns:a16="http://schemas.microsoft.com/office/drawing/2014/main" id="{D628728D-298E-E401-5C71-AF3F66EEDEF8}"/>
              </a:ext>
            </a:extLst>
          </p:cNvPr>
          <p:cNvSpPr>
            <a:spLocks noGrp="1"/>
          </p:cNvSpPr>
          <p:nvPr>
            <p:ph type="body" idx="2"/>
          </p:nvPr>
        </p:nvSpPr>
        <p:spPr/>
        <p:txBody>
          <a:bodyPr/>
          <a:lstStyle/>
          <a:p>
            <a:endParaRPr lang="en-CH"/>
          </a:p>
        </p:txBody>
      </p:sp>
      <p:pic>
        <p:nvPicPr>
          <p:cNvPr id="6" name="Picture 5">
            <a:extLst>
              <a:ext uri="{FF2B5EF4-FFF2-40B4-BE49-F238E27FC236}">
                <a16:creationId xmlns:a16="http://schemas.microsoft.com/office/drawing/2014/main" id="{173B76AD-3C02-CB31-B958-E02DC5F2D2CE}"/>
              </a:ext>
            </a:extLst>
          </p:cNvPr>
          <p:cNvPicPr>
            <a:picLocks noChangeAspect="1"/>
          </p:cNvPicPr>
          <p:nvPr/>
        </p:nvPicPr>
        <p:blipFill>
          <a:blip r:embed="rId2"/>
          <a:stretch>
            <a:fillRect/>
          </a:stretch>
        </p:blipFill>
        <p:spPr>
          <a:xfrm>
            <a:off x="489309" y="1904054"/>
            <a:ext cx="10945753" cy="3562847"/>
          </a:xfrm>
          <a:prstGeom prst="rect">
            <a:avLst/>
          </a:prstGeom>
        </p:spPr>
      </p:pic>
    </p:spTree>
    <p:extLst>
      <p:ext uri="{BB962C8B-B14F-4D97-AF65-F5344CB8AC3E}">
        <p14:creationId xmlns:p14="http://schemas.microsoft.com/office/powerpoint/2010/main" val="1554433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716A0-FCB1-3E19-97F9-2F16FC228105}"/>
              </a:ext>
            </a:extLst>
          </p:cNvPr>
          <p:cNvSpPr>
            <a:spLocks noGrp="1"/>
          </p:cNvSpPr>
          <p:nvPr>
            <p:ph type="title"/>
          </p:nvPr>
        </p:nvSpPr>
        <p:spPr/>
        <p:txBody>
          <a:bodyPr/>
          <a:lstStyle/>
          <a:p>
            <a:endParaRPr lang="en-CH"/>
          </a:p>
        </p:txBody>
      </p:sp>
      <p:sp>
        <p:nvSpPr>
          <p:cNvPr id="3" name="Text Placeholder 2">
            <a:extLst>
              <a:ext uri="{FF2B5EF4-FFF2-40B4-BE49-F238E27FC236}">
                <a16:creationId xmlns:a16="http://schemas.microsoft.com/office/drawing/2014/main" id="{D0D41F3B-DE3D-7992-3D38-51FC9EAA3BBF}"/>
              </a:ext>
            </a:extLst>
          </p:cNvPr>
          <p:cNvSpPr>
            <a:spLocks noGrp="1"/>
          </p:cNvSpPr>
          <p:nvPr>
            <p:ph type="body" idx="1"/>
          </p:nvPr>
        </p:nvSpPr>
        <p:spPr/>
        <p:txBody>
          <a:bodyPr/>
          <a:lstStyle/>
          <a:p>
            <a:endParaRPr lang="en-CH"/>
          </a:p>
        </p:txBody>
      </p:sp>
      <p:sp>
        <p:nvSpPr>
          <p:cNvPr id="4" name="Text Placeholder 3">
            <a:extLst>
              <a:ext uri="{FF2B5EF4-FFF2-40B4-BE49-F238E27FC236}">
                <a16:creationId xmlns:a16="http://schemas.microsoft.com/office/drawing/2014/main" id="{88204D62-6B1C-1ED0-35EE-8BC7E5D244F6}"/>
              </a:ext>
            </a:extLst>
          </p:cNvPr>
          <p:cNvSpPr>
            <a:spLocks noGrp="1"/>
          </p:cNvSpPr>
          <p:nvPr>
            <p:ph type="body" idx="2"/>
          </p:nvPr>
        </p:nvSpPr>
        <p:spPr/>
        <p:txBody>
          <a:bodyPr/>
          <a:lstStyle/>
          <a:p>
            <a:endParaRPr lang="en-CH" dirty="0"/>
          </a:p>
        </p:txBody>
      </p:sp>
      <p:pic>
        <p:nvPicPr>
          <p:cNvPr id="6" name="Picture 5">
            <a:extLst>
              <a:ext uri="{FF2B5EF4-FFF2-40B4-BE49-F238E27FC236}">
                <a16:creationId xmlns:a16="http://schemas.microsoft.com/office/drawing/2014/main" id="{0D96DC1B-B465-62B6-5CD2-996A5E9A3541}"/>
              </a:ext>
            </a:extLst>
          </p:cNvPr>
          <p:cNvPicPr>
            <a:picLocks noChangeAspect="1"/>
          </p:cNvPicPr>
          <p:nvPr/>
        </p:nvPicPr>
        <p:blipFill>
          <a:blip r:embed="rId3"/>
          <a:stretch>
            <a:fillRect/>
          </a:stretch>
        </p:blipFill>
        <p:spPr>
          <a:xfrm>
            <a:off x="1471961" y="987080"/>
            <a:ext cx="7195797" cy="5206830"/>
          </a:xfrm>
          <a:prstGeom prst="rect">
            <a:avLst/>
          </a:prstGeom>
        </p:spPr>
      </p:pic>
    </p:spTree>
    <p:extLst>
      <p:ext uri="{BB962C8B-B14F-4D97-AF65-F5344CB8AC3E}">
        <p14:creationId xmlns:p14="http://schemas.microsoft.com/office/powerpoint/2010/main" val="39757608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0C295-E023-7C1B-414B-6E5E78F83E64}"/>
              </a:ext>
            </a:extLst>
          </p:cNvPr>
          <p:cNvSpPr>
            <a:spLocks noGrp="1"/>
          </p:cNvSpPr>
          <p:nvPr>
            <p:ph type="title"/>
          </p:nvPr>
        </p:nvSpPr>
        <p:spPr/>
        <p:txBody>
          <a:bodyPr>
            <a:normAutofit/>
          </a:bodyPr>
          <a:lstStyle/>
          <a:p>
            <a:endParaRPr lang="en-CH" dirty="0"/>
          </a:p>
        </p:txBody>
      </p:sp>
      <p:sp>
        <p:nvSpPr>
          <p:cNvPr id="3" name="Text Placeholder 2">
            <a:extLst>
              <a:ext uri="{FF2B5EF4-FFF2-40B4-BE49-F238E27FC236}">
                <a16:creationId xmlns:a16="http://schemas.microsoft.com/office/drawing/2014/main" id="{38852DF7-9B08-F567-797A-557B81CAE6D4}"/>
              </a:ext>
            </a:extLst>
          </p:cNvPr>
          <p:cNvSpPr>
            <a:spLocks noGrp="1"/>
          </p:cNvSpPr>
          <p:nvPr>
            <p:ph type="body" idx="1"/>
          </p:nvPr>
        </p:nvSpPr>
        <p:spPr/>
        <p:txBody>
          <a:bodyPr/>
          <a:lstStyle/>
          <a:p>
            <a:endParaRPr lang="en-CH"/>
          </a:p>
        </p:txBody>
      </p:sp>
      <p:sp>
        <p:nvSpPr>
          <p:cNvPr id="4" name="Text Placeholder 3">
            <a:extLst>
              <a:ext uri="{FF2B5EF4-FFF2-40B4-BE49-F238E27FC236}">
                <a16:creationId xmlns:a16="http://schemas.microsoft.com/office/drawing/2014/main" id="{8F968E66-1608-C297-D96F-BDF40C33938C}"/>
              </a:ext>
            </a:extLst>
          </p:cNvPr>
          <p:cNvSpPr>
            <a:spLocks noGrp="1"/>
          </p:cNvSpPr>
          <p:nvPr>
            <p:ph type="body" idx="2"/>
          </p:nvPr>
        </p:nvSpPr>
        <p:spPr/>
        <p:txBody>
          <a:bodyPr/>
          <a:lstStyle/>
          <a:p>
            <a:endParaRPr lang="en-CH"/>
          </a:p>
        </p:txBody>
      </p:sp>
      <p:pic>
        <p:nvPicPr>
          <p:cNvPr id="6" name="Picture 5">
            <a:extLst>
              <a:ext uri="{FF2B5EF4-FFF2-40B4-BE49-F238E27FC236}">
                <a16:creationId xmlns:a16="http://schemas.microsoft.com/office/drawing/2014/main" id="{48A2749F-603E-4AE4-57B0-F51F965C3DE1}"/>
              </a:ext>
            </a:extLst>
          </p:cNvPr>
          <p:cNvPicPr>
            <a:picLocks noChangeAspect="1"/>
          </p:cNvPicPr>
          <p:nvPr/>
        </p:nvPicPr>
        <p:blipFill>
          <a:blip r:embed="rId3"/>
          <a:stretch>
            <a:fillRect/>
          </a:stretch>
        </p:blipFill>
        <p:spPr>
          <a:xfrm>
            <a:off x="1133920" y="1706533"/>
            <a:ext cx="9221487" cy="4696480"/>
          </a:xfrm>
          <a:prstGeom prst="rect">
            <a:avLst/>
          </a:prstGeom>
        </p:spPr>
      </p:pic>
    </p:spTree>
    <p:extLst>
      <p:ext uri="{BB962C8B-B14F-4D97-AF65-F5344CB8AC3E}">
        <p14:creationId xmlns:p14="http://schemas.microsoft.com/office/powerpoint/2010/main" val="13766920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14D2E-85D9-EFFB-1C44-F38C84189366}"/>
              </a:ext>
            </a:extLst>
          </p:cNvPr>
          <p:cNvSpPr>
            <a:spLocks noGrp="1"/>
          </p:cNvSpPr>
          <p:nvPr>
            <p:ph type="title"/>
          </p:nvPr>
        </p:nvSpPr>
        <p:spPr>
          <a:xfrm>
            <a:off x="1549646" y="2470192"/>
            <a:ext cx="7549749" cy="1143200"/>
          </a:xfrm>
        </p:spPr>
        <p:txBody>
          <a:bodyPr>
            <a:normAutofit fontScale="90000"/>
          </a:bodyPr>
          <a:lstStyle/>
          <a:p>
            <a:r>
              <a:rPr lang="de-DE" sz="4400" dirty="0">
                <a:solidFill>
                  <a:srgbClr val="000000"/>
                </a:solidFill>
                <a:effectLst/>
                <a:latin typeface="Helvetica Neue Thin" panose="020B0403020202020204"/>
              </a:rPr>
              <a:t>Lass uns einen Chatbot hacken!</a:t>
            </a:r>
            <a:endParaRPr lang="en-CH" dirty="0"/>
          </a:p>
        </p:txBody>
      </p:sp>
      <p:sp>
        <p:nvSpPr>
          <p:cNvPr id="5" name="TextBox 4">
            <a:extLst>
              <a:ext uri="{FF2B5EF4-FFF2-40B4-BE49-F238E27FC236}">
                <a16:creationId xmlns:a16="http://schemas.microsoft.com/office/drawing/2014/main" id="{21436FED-BB90-FE13-CDE3-68CAB026CCFF}"/>
              </a:ext>
            </a:extLst>
          </p:cNvPr>
          <p:cNvSpPr txBox="1"/>
          <p:nvPr/>
        </p:nvSpPr>
        <p:spPr>
          <a:xfrm>
            <a:off x="4036742" y="3613392"/>
            <a:ext cx="3434575" cy="646331"/>
          </a:xfrm>
          <a:prstGeom prst="rect">
            <a:avLst/>
          </a:prstGeom>
          <a:noFill/>
        </p:spPr>
        <p:txBody>
          <a:bodyPr wrap="square" rtlCol="0">
            <a:spAutoFit/>
          </a:bodyPr>
          <a:lstStyle/>
          <a:p>
            <a:r>
              <a:rPr lang="en-US" sz="3600" dirty="0"/>
              <a:t>gandalf.lakera.ai</a:t>
            </a:r>
            <a:endParaRPr lang="en-CH" sz="3600" dirty="0"/>
          </a:p>
        </p:txBody>
      </p:sp>
      <p:pic>
        <p:nvPicPr>
          <p:cNvPr id="7" name="Graphic 6" descr="Internet with solid fill">
            <a:extLst>
              <a:ext uri="{FF2B5EF4-FFF2-40B4-BE49-F238E27FC236}">
                <a16:creationId xmlns:a16="http://schemas.microsoft.com/office/drawing/2014/main" id="{B9538119-01F3-2993-4FE3-5D710A3A88B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85170" y="3613392"/>
            <a:ext cx="683942" cy="683942"/>
          </a:xfrm>
          <a:prstGeom prst="rect">
            <a:avLst/>
          </a:prstGeom>
        </p:spPr>
      </p:pic>
    </p:spTree>
    <p:extLst>
      <p:ext uri="{BB962C8B-B14F-4D97-AF65-F5344CB8AC3E}">
        <p14:creationId xmlns:p14="http://schemas.microsoft.com/office/powerpoint/2010/main" val="3765299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78">
          <a:extLst>
            <a:ext uri="{FF2B5EF4-FFF2-40B4-BE49-F238E27FC236}">
              <a16:creationId xmlns:a16="http://schemas.microsoft.com/office/drawing/2014/main" id="{C975A2E3-0394-4BAD-283E-D30EA44D5DA6}"/>
            </a:ext>
          </a:extLst>
        </p:cNvPr>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9D5D5059-1B2D-EDB9-4029-44E6C714D2F9}"/>
              </a:ext>
            </a:extLst>
          </p:cNvPr>
          <p:cNvSpPr/>
          <p:nvPr/>
        </p:nvSpPr>
        <p:spPr>
          <a:xfrm>
            <a:off x="928790" y="2538187"/>
            <a:ext cx="10022239" cy="1587500"/>
          </a:xfrm>
          <a:prstGeom prst="roundRect">
            <a:avLst/>
          </a:prstGeom>
          <a:solidFill>
            <a:srgbClr val="3B5753">
              <a:alpha val="61961"/>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CH" dirty="0"/>
          </a:p>
        </p:txBody>
      </p:sp>
      <p:sp>
        <p:nvSpPr>
          <p:cNvPr id="79" name="Google Shape;79;p15">
            <a:extLst>
              <a:ext uri="{FF2B5EF4-FFF2-40B4-BE49-F238E27FC236}">
                <a16:creationId xmlns:a16="http://schemas.microsoft.com/office/drawing/2014/main" id="{FECCB8AD-0E3E-807B-F8BF-BCDE1B2CA2E0}"/>
              </a:ext>
            </a:extLst>
          </p:cNvPr>
          <p:cNvSpPr txBox="1">
            <a:spLocks noGrp="1"/>
          </p:cNvSpPr>
          <p:nvPr>
            <p:ph type="ctrTitle"/>
          </p:nvPr>
        </p:nvSpPr>
        <p:spPr>
          <a:xfrm>
            <a:off x="928790" y="2538187"/>
            <a:ext cx="10996435" cy="1587500"/>
          </a:xfrm>
          <a:prstGeom prst="rect">
            <a:avLst/>
          </a:prstGeom>
        </p:spPr>
        <p:txBody>
          <a:bodyPr spcFirstLastPara="1" vert="horz" wrap="square" lIns="121900" tIns="121900" rIns="121900" bIns="121900" rtlCol="0" anchor="ctr" anchorCtr="0">
            <a:noAutofit/>
          </a:bodyPr>
          <a:lstStyle/>
          <a:p>
            <a:pPr>
              <a:lnSpc>
                <a:spcPct val="100000"/>
              </a:lnSpc>
            </a:pPr>
            <a:r>
              <a:rPr lang="en-CH" sz="5400" dirty="0"/>
              <a:t>Teil </a:t>
            </a:r>
            <a:r>
              <a:rPr lang="en-US" sz="5400" dirty="0"/>
              <a:t>4</a:t>
            </a:r>
            <a:r>
              <a:rPr lang="en-CH" sz="5400" dirty="0"/>
              <a:t>:</a:t>
            </a:r>
            <a:br>
              <a:rPr lang="en-CH" sz="5400" dirty="0"/>
            </a:br>
            <a:r>
              <a:rPr lang="en-GB" sz="5400" dirty="0" err="1">
                <a:solidFill>
                  <a:srgbClr val="F1AE2B"/>
                </a:solidFill>
              </a:rPr>
              <a:t>Autonomes</a:t>
            </a:r>
            <a:r>
              <a:rPr lang="en-GB" sz="5400" dirty="0">
                <a:solidFill>
                  <a:srgbClr val="F1AE2B"/>
                </a:solidFill>
              </a:rPr>
              <a:t> Fahren</a:t>
            </a:r>
            <a:endParaRPr lang="en-US" sz="5400" dirty="0"/>
          </a:p>
        </p:txBody>
      </p:sp>
      <p:sp>
        <p:nvSpPr>
          <p:cNvPr id="3" name="Rectangle: Rounded Corners 2">
            <a:extLst>
              <a:ext uri="{FF2B5EF4-FFF2-40B4-BE49-F238E27FC236}">
                <a16:creationId xmlns:a16="http://schemas.microsoft.com/office/drawing/2014/main" id="{E51D26B6-82B5-D556-2E76-75C551FA5549}"/>
              </a:ext>
            </a:extLst>
          </p:cNvPr>
          <p:cNvSpPr/>
          <p:nvPr/>
        </p:nvSpPr>
        <p:spPr>
          <a:xfrm>
            <a:off x="664029" y="4931229"/>
            <a:ext cx="5954485" cy="1088571"/>
          </a:xfrm>
          <a:prstGeom prst="roundRect">
            <a:avLst/>
          </a:prstGeom>
          <a:solidFill>
            <a:srgbClr val="375250"/>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800" dirty="0">
                <a:latin typeface="Helvetica Neue Thin" panose="020B0403020202020204"/>
              </a:rPr>
              <a:t>KZO </a:t>
            </a:r>
            <a:r>
              <a:rPr lang="en-US" sz="2800" dirty="0" err="1">
                <a:latin typeface="Helvetica Neue Thin" panose="020B0403020202020204"/>
              </a:rPr>
              <a:t>Wetzikon</a:t>
            </a:r>
            <a:r>
              <a:rPr lang="en-US" sz="2800" dirty="0">
                <a:latin typeface="Helvetica Neue Thin" panose="020B0403020202020204"/>
              </a:rPr>
              <a:t> </a:t>
            </a:r>
          </a:p>
          <a:p>
            <a:r>
              <a:rPr lang="en-US" sz="2800" dirty="0">
                <a:latin typeface="Helvetica Neue Thin" panose="020B0403020202020204"/>
              </a:rPr>
              <a:t>21.01.2026</a:t>
            </a:r>
            <a:endParaRPr lang="en-CH" sz="2800" dirty="0">
              <a:latin typeface="Helvetica Neue Thin" panose="020B0403020202020204"/>
            </a:endParaRPr>
          </a:p>
        </p:txBody>
      </p:sp>
    </p:spTree>
    <p:extLst>
      <p:ext uri="{BB962C8B-B14F-4D97-AF65-F5344CB8AC3E}">
        <p14:creationId xmlns:p14="http://schemas.microsoft.com/office/powerpoint/2010/main" val="23486019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342CD-3DB1-3A49-873D-A39567ACEF11}"/>
              </a:ext>
            </a:extLst>
          </p:cNvPr>
          <p:cNvSpPr>
            <a:spLocks noGrp="1"/>
          </p:cNvSpPr>
          <p:nvPr>
            <p:ph type="title"/>
          </p:nvPr>
        </p:nvSpPr>
        <p:spPr/>
        <p:txBody>
          <a:bodyPr>
            <a:normAutofit fontScale="90000"/>
          </a:bodyPr>
          <a:lstStyle/>
          <a:p>
            <a:r>
              <a:rPr lang="en-GB" dirty="0" err="1"/>
              <a:t>Autonomes</a:t>
            </a:r>
            <a:br>
              <a:rPr lang="en-CH" dirty="0"/>
            </a:br>
            <a:r>
              <a:rPr lang="en-CH" dirty="0">
                <a:solidFill>
                  <a:srgbClr val="F1AE2B"/>
                </a:solidFill>
              </a:rPr>
              <a:t>Fahren</a:t>
            </a:r>
          </a:p>
        </p:txBody>
      </p:sp>
      <p:sp>
        <p:nvSpPr>
          <p:cNvPr id="5" name="Rechteck 1">
            <a:extLst>
              <a:ext uri="{FF2B5EF4-FFF2-40B4-BE49-F238E27FC236}">
                <a16:creationId xmlns:a16="http://schemas.microsoft.com/office/drawing/2014/main" id="{0D66DDB4-B935-F94F-AE2E-F7658DC5EFB8}"/>
              </a:ext>
            </a:extLst>
          </p:cNvPr>
          <p:cNvSpPr/>
          <p:nvPr/>
        </p:nvSpPr>
        <p:spPr>
          <a:xfrm>
            <a:off x="776536" y="1538824"/>
            <a:ext cx="8976500" cy="646331"/>
          </a:xfrm>
          <a:prstGeom prst="rect">
            <a:avLst/>
          </a:prstGeom>
        </p:spPr>
        <p:txBody>
          <a:bodyPr wrap="square">
            <a:spAutoFit/>
          </a:bodyPr>
          <a:lstStyle/>
          <a:p>
            <a:endParaRPr lang="de-CH" dirty="0">
              <a:latin typeface="Helvetica Neue Light" panose="02000403000000020004" pitchFamily="2" charset="0"/>
              <a:ea typeface="Helvetica Neue Light" panose="02000403000000020004" pitchFamily="2" charset="0"/>
              <a:cs typeface="Arial" panose="020B0604020202020204" pitchFamily="34" charset="0"/>
            </a:endParaRPr>
          </a:p>
          <a:p>
            <a:endParaRPr lang="de-CH" dirty="0">
              <a:latin typeface="Helvetica Neue Light" panose="02000403000000020004" pitchFamily="2" charset="0"/>
              <a:ea typeface="Helvetica Neue Light" panose="02000403000000020004" pitchFamily="2" charset="0"/>
              <a:cs typeface="Arial" panose="020B0604020202020204" pitchFamily="34" charset="0"/>
            </a:endParaRPr>
          </a:p>
        </p:txBody>
      </p:sp>
      <p:sp>
        <p:nvSpPr>
          <p:cNvPr id="6" name="Google Shape;85;p16">
            <a:extLst>
              <a:ext uri="{FF2B5EF4-FFF2-40B4-BE49-F238E27FC236}">
                <a16:creationId xmlns:a16="http://schemas.microsoft.com/office/drawing/2014/main" id="{7F746CEA-802C-A34B-99F3-18901BD2593E}"/>
              </a:ext>
            </a:extLst>
          </p:cNvPr>
          <p:cNvSpPr txBox="1">
            <a:spLocks/>
          </p:cNvSpPr>
          <p:nvPr/>
        </p:nvSpPr>
        <p:spPr>
          <a:xfrm>
            <a:off x="1125899" y="2195000"/>
            <a:ext cx="9020324" cy="3664800"/>
          </a:xfrm>
          <a:prstGeom prst="rect">
            <a:avLst/>
          </a:prstGeom>
        </p:spPr>
        <p:txBody>
          <a:bodyPr spcFirstLastPara="1" vert="horz" wrap="square" lIns="121900" tIns="121900" rIns="121900" bIns="121900" rtlCol="0" anchor="t" anchorCtr="0">
            <a:noAutofit/>
          </a:bodyPr>
          <a:lstStyle>
            <a:lvl1pPr marL="609585" lvl="0" indent="-457189" algn="l" defTabSz="914400" rtl="0" eaLnBrk="1" latinLnBrk="0" hangingPunct="1">
              <a:lnSpc>
                <a:spcPct val="90000"/>
              </a:lnSpc>
              <a:spcBef>
                <a:spcPts val="800"/>
              </a:spcBef>
              <a:spcAft>
                <a:spcPts val="0"/>
              </a:spcAft>
              <a:buSzPts val="1800"/>
              <a:buFont typeface="Arial" panose="020B0604020202020204" pitchFamily="34" charset="0"/>
              <a:buChar char="▪"/>
              <a:defRPr sz="2800" b="0" i="0" kern="1200">
                <a:solidFill>
                  <a:schemeClr val="tx1"/>
                </a:solidFill>
                <a:latin typeface="Helvetica Neue Thin" panose="020B0403020202020204" pitchFamily="34" charset="0"/>
                <a:ea typeface="Helvetica Neue Thin" panose="020B0403020202020204" pitchFamily="34" charset="0"/>
                <a:cs typeface="+mn-cs"/>
              </a:defRPr>
            </a:lvl1pPr>
            <a:lvl2pPr marL="1219170" lvl="1" indent="-457189" algn="l" defTabSz="914400" rtl="0" eaLnBrk="1" latinLnBrk="0" hangingPunct="1">
              <a:lnSpc>
                <a:spcPct val="90000"/>
              </a:lnSpc>
              <a:spcBef>
                <a:spcPts val="0"/>
              </a:spcBef>
              <a:spcAft>
                <a:spcPts val="0"/>
              </a:spcAft>
              <a:buSzPts val="1800"/>
              <a:buFont typeface="Arial" panose="020B0604020202020204" pitchFamily="34" charset="0"/>
              <a:buChar char="▫"/>
              <a:defRPr sz="2400" b="0" i="0" kern="1200">
                <a:solidFill>
                  <a:schemeClr val="tx1"/>
                </a:solidFill>
                <a:latin typeface="Helvetica Neue Thin" panose="020B0403020202020204" pitchFamily="34" charset="0"/>
                <a:ea typeface="Helvetica Neue Thin" panose="020B0403020202020204" pitchFamily="34" charset="0"/>
                <a:cs typeface="+mn-cs"/>
              </a:defRPr>
            </a:lvl2pPr>
            <a:lvl3pPr marL="1828754" lvl="2" indent="-457189" algn="l" defTabSz="914400" rtl="0" eaLnBrk="1" latinLnBrk="0" hangingPunct="1">
              <a:lnSpc>
                <a:spcPct val="90000"/>
              </a:lnSpc>
              <a:spcBef>
                <a:spcPts val="0"/>
              </a:spcBef>
              <a:spcAft>
                <a:spcPts val="0"/>
              </a:spcAft>
              <a:buSzPts val="1800"/>
              <a:buFont typeface="Arial" panose="020B0604020202020204" pitchFamily="34" charset="0"/>
              <a:buChar char="▸"/>
              <a:defRPr sz="2000" b="0" i="0" kern="1200">
                <a:solidFill>
                  <a:schemeClr val="tx1"/>
                </a:solidFill>
                <a:latin typeface="Helvetica Neue Thin" panose="020B0403020202020204" pitchFamily="34" charset="0"/>
                <a:ea typeface="Helvetica Neue Thin" panose="020B0403020202020204" pitchFamily="34" charset="0"/>
                <a:cs typeface="+mn-cs"/>
              </a:defRPr>
            </a:lvl3pPr>
            <a:lvl4pPr marL="2438339" lvl="3"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4pPr>
            <a:lvl5pPr marL="3047924" lvl="4"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5pPr>
            <a:lvl6pPr marL="3657509" lvl="5"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4267093" lvl="6"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4876678" lvl="7"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5486263" lvl="8"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marL="342900" indent="-342900">
              <a:buClr>
                <a:schemeClr val="dk1"/>
              </a:buClr>
              <a:buSzPts val="1100"/>
            </a:pPr>
            <a:endParaRPr lang="de-CH" sz="22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p:txBody>
      </p:sp>
      <p:sp>
        <p:nvSpPr>
          <p:cNvPr id="7" name="Google Shape;85;p16">
            <a:extLst>
              <a:ext uri="{FF2B5EF4-FFF2-40B4-BE49-F238E27FC236}">
                <a16:creationId xmlns:a16="http://schemas.microsoft.com/office/drawing/2014/main" id="{BD7CF3E9-8355-8A40-A4FA-DCF11EC88801}"/>
              </a:ext>
            </a:extLst>
          </p:cNvPr>
          <p:cNvSpPr txBox="1">
            <a:spLocks/>
          </p:cNvSpPr>
          <p:nvPr/>
        </p:nvSpPr>
        <p:spPr>
          <a:xfrm>
            <a:off x="1125899" y="1538824"/>
            <a:ext cx="9020324" cy="3664800"/>
          </a:xfrm>
          <a:prstGeom prst="rect">
            <a:avLst/>
          </a:prstGeom>
        </p:spPr>
        <p:txBody>
          <a:bodyPr spcFirstLastPara="1" vert="horz" wrap="square" lIns="121900" tIns="121900" rIns="121900" bIns="121900" rtlCol="0" anchor="t" anchorCtr="0">
            <a:noAutofit/>
          </a:bodyPr>
          <a:lstStyle>
            <a:lvl1pPr marL="609585" lvl="0" indent="-457189" algn="l" defTabSz="914400" rtl="0" eaLnBrk="1" latinLnBrk="0" hangingPunct="1">
              <a:lnSpc>
                <a:spcPct val="90000"/>
              </a:lnSpc>
              <a:spcBef>
                <a:spcPts val="800"/>
              </a:spcBef>
              <a:spcAft>
                <a:spcPts val="0"/>
              </a:spcAft>
              <a:buSzPts val="1800"/>
              <a:buFont typeface="Arial" panose="020B0604020202020204" pitchFamily="34" charset="0"/>
              <a:buChar char="▪"/>
              <a:defRPr sz="2800" b="0" i="0" kern="1200">
                <a:solidFill>
                  <a:schemeClr val="tx1"/>
                </a:solidFill>
                <a:latin typeface="Helvetica Neue Thin" panose="020B0403020202020204" pitchFamily="34" charset="0"/>
                <a:ea typeface="Helvetica Neue Thin" panose="020B0403020202020204" pitchFamily="34" charset="0"/>
                <a:cs typeface="+mn-cs"/>
              </a:defRPr>
            </a:lvl1pPr>
            <a:lvl2pPr marL="1219170" lvl="1" indent="-457189" algn="l" defTabSz="914400" rtl="0" eaLnBrk="1" latinLnBrk="0" hangingPunct="1">
              <a:lnSpc>
                <a:spcPct val="90000"/>
              </a:lnSpc>
              <a:spcBef>
                <a:spcPts val="0"/>
              </a:spcBef>
              <a:spcAft>
                <a:spcPts val="0"/>
              </a:spcAft>
              <a:buSzPts val="1800"/>
              <a:buFont typeface="Arial" panose="020B0604020202020204" pitchFamily="34" charset="0"/>
              <a:buChar char="▫"/>
              <a:defRPr sz="2400" b="0" i="0" kern="1200">
                <a:solidFill>
                  <a:schemeClr val="tx1"/>
                </a:solidFill>
                <a:latin typeface="Helvetica Neue Thin" panose="020B0403020202020204" pitchFamily="34" charset="0"/>
                <a:ea typeface="Helvetica Neue Thin" panose="020B0403020202020204" pitchFamily="34" charset="0"/>
                <a:cs typeface="+mn-cs"/>
              </a:defRPr>
            </a:lvl2pPr>
            <a:lvl3pPr marL="1828754" lvl="2" indent="-457189" algn="l" defTabSz="914400" rtl="0" eaLnBrk="1" latinLnBrk="0" hangingPunct="1">
              <a:lnSpc>
                <a:spcPct val="90000"/>
              </a:lnSpc>
              <a:spcBef>
                <a:spcPts val="0"/>
              </a:spcBef>
              <a:spcAft>
                <a:spcPts val="0"/>
              </a:spcAft>
              <a:buSzPts val="1800"/>
              <a:buFont typeface="Arial" panose="020B0604020202020204" pitchFamily="34" charset="0"/>
              <a:buChar char="▸"/>
              <a:defRPr sz="2000" b="0" i="0" kern="1200">
                <a:solidFill>
                  <a:schemeClr val="tx1"/>
                </a:solidFill>
                <a:latin typeface="Helvetica Neue Thin" panose="020B0403020202020204" pitchFamily="34" charset="0"/>
                <a:ea typeface="Helvetica Neue Thin" panose="020B0403020202020204" pitchFamily="34" charset="0"/>
                <a:cs typeface="+mn-cs"/>
              </a:defRPr>
            </a:lvl3pPr>
            <a:lvl4pPr marL="2438339" lvl="3"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4pPr>
            <a:lvl5pPr marL="3047924" lvl="4"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5pPr>
            <a:lvl6pPr marL="3657509" lvl="5"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4267093" lvl="6"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4876678" lvl="7"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5486263" lvl="8"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marL="0" indent="0">
              <a:buClr>
                <a:schemeClr val="dk1"/>
              </a:buClr>
              <a:buSzPts val="1100"/>
              <a:buNone/>
            </a:pPr>
            <a:endParaRPr lang="de-CH" sz="2200" dirty="0">
              <a:solidFill>
                <a:srgbClr val="000000"/>
              </a:solidFill>
            </a:endParaRPr>
          </a:p>
          <a:p>
            <a:pPr marL="342900" indent="-342900">
              <a:buClr>
                <a:schemeClr val="dk1"/>
              </a:buClr>
              <a:buSzPts val="1100"/>
            </a:pPr>
            <a:r>
              <a:rPr lang="de-CH" sz="2200" dirty="0">
                <a:solidFill>
                  <a:srgbClr val="000000"/>
                </a:solidFill>
              </a:rPr>
              <a:t>Ein autonomes Auto ist ein Fahrzeug, dass seine </a:t>
            </a:r>
            <a:r>
              <a:rPr lang="de-CH" sz="2200" dirty="0">
                <a:solidFill>
                  <a:srgbClr val="F1AE2B"/>
                </a:solidFill>
              </a:rPr>
              <a:t>Umgebung erkennen</a:t>
            </a:r>
            <a:r>
              <a:rPr lang="de-CH" sz="2200" dirty="0">
                <a:solidFill>
                  <a:srgbClr val="000000"/>
                </a:solidFill>
              </a:rPr>
              <a:t> kann und sich mit </a:t>
            </a:r>
            <a:r>
              <a:rPr lang="de-CH" sz="2200" dirty="0">
                <a:solidFill>
                  <a:srgbClr val="F1AE2B"/>
                </a:solidFill>
              </a:rPr>
              <a:t>wenig oder gar keinem menschlichen Eingriff </a:t>
            </a:r>
            <a:r>
              <a:rPr lang="de-CH" sz="2200" dirty="0">
                <a:solidFill>
                  <a:srgbClr val="000000"/>
                </a:solidFill>
              </a:rPr>
              <a:t>bewegt</a:t>
            </a:r>
          </a:p>
          <a:p>
            <a:pPr marL="342900" indent="-342900">
              <a:buClr>
                <a:schemeClr val="dk1"/>
              </a:buClr>
              <a:buSzPts val="1100"/>
            </a:pPr>
            <a:r>
              <a:rPr lang="de-CH" sz="2200" dirty="0">
                <a:solidFill>
                  <a:srgbClr val="000000"/>
                </a:solidFill>
              </a:rPr>
              <a:t>Damit sich das Fahrzeug sicher fortbewegen und seine Umgebung verstehen kann, muss eine </a:t>
            </a:r>
            <a:r>
              <a:rPr lang="de-CH" sz="2200" dirty="0">
                <a:solidFill>
                  <a:srgbClr val="F1AE2B"/>
                </a:solidFill>
              </a:rPr>
              <a:t>enorme Menge an Daten </a:t>
            </a:r>
            <a:r>
              <a:rPr lang="de-CH" sz="2200" dirty="0">
                <a:solidFill>
                  <a:srgbClr val="000000"/>
                </a:solidFill>
              </a:rPr>
              <a:t>von unzähligen verschiedenen </a:t>
            </a:r>
            <a:r>
              <a:rPr lang="de-CH" sz="2200" dirty="0">
                <a:solidFill>
                  <a:srgbClr val="F1AE2B"/>
                </a:solidFill>
              </a:rPr>
              <a:t>Sensoren</a:t>
            </a:r>
            <a:r>
              <a:rPr lang="de-CH" sz="2200" dirty="0">
                <a:solidFill>
                  <a:srgbClr val="000000"/>
                </a:solidFill>
              </a:rPr>
              <a:t> im Fahrzeug erfasst werden, die jederzeit verfügbar sind. </a:t>
            </a:r>
          </a:p>
          <a:p>
            <a:pPr marL="342900" indent="-342900">
              <a:buClr>
                <a:schemeClr val="dk1"/>
              </a:buClr>
              <a:buSzPts val="1100"/>
            </a:pPr>
            <a:r>
              <a:rPr lang="de-CH" sz="2200" dirty="0">
                <a:solidFill>
                  <a:srgbClr val="000000"/>
                </a:solidFill>
              </a:rPr>
              <a:t>Diese werden dann vom </a:t>
            </a:r>
            <a:r>
              <a:rPr lang="de-CH" sz="2200" dirty="0">
                <a:solidFill>
                  <a:srgbClr val="F1AE2B"/>
                </a:solidFill>
              </a:rPr>
              <a:t>autonomen Fahrcomputersystem des Fahrzeugs verarbeitet.</a:t>
            </a:r>
          </a:p>
          <a:p>
            <a:pPr marL="304792" indent="-304792">
              <a:buClr>
                <a:schemeClr val="dk1"/>
              </a:buClr>
              <a:buSzPts val="1100"/>
              <a:buFont typeface="Arial"/>
              <a:buAutoNum type="arabicPeriod"/>
            </a:pPr>
            <a:endParaRPr lang="de-CH" sz="16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p:txBody>
      </p:sp>
      <p:pic>
        <p:nvPicPr>
          <p:cNvPr id="3" name="Picture 2">
            <a:extLst>
              <a:ext uri="{FF2B5EF4-FFF2-40B4-BE49-F238E27FC236}">
                <a16:creationId xmlns:a16="http://schemas.microsoft.com/office/drawing/2014/main" id="{36E0C4A7-88AC-CF42-B7F4-86E78B8D4A16}"/>
              </a:ext>
            </a:extLst>
          </p:cNvPr>
          <p:cNvPicPr>
            <a:picLocks noChangeAspect="1"/>
          </p:cNvPicPr>
          <p:nvPr/>
        </p:nvPicPr>
        <p:blipFill>
          <a:blip r:embed="rId3"/>
          <a:stretch>
            <a:fillRect/>
          </a:stretch>
        </p:blipFill>
        <p:spPr>
          <a:xfrm>
            <a:off x="7024780" y="5014095"/>
            <a:ext cx="4041321" cy="1501881"/>
          </a:xfrm>
          <a:prstGeom prst="rect">
            <a:avLst/>
          </a:prstGeom>
        </p:spPr>
      </p:pic>
    </p:spTree>
    <p:extLst>
      <p:ext uri="{BB962C8B-B14F-4D97-AF65-F5344CB8AC3E}">
        <p14:creationId xmlns:p14="http://schemas.microsoft.com/office/powerpoint/2010/main" val="42366160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342CD-3DB1-3A49-873D-A39567ACEF11}"/>
              </a:ext>
            </a:extLst>
          </p:cNvPr>
          <p:cNvSpPr>
            <a:spLocks noGrp="1"/>
          </p:cNvSpPr>
          <p:nvPr>
            <p:ph type="title"/>
          </p:nvPr>
        </p:nvSpPr>
        <p:spPr/>
        <p:txBody>
          <a:bodyPr>
            <a:normAutofit fontScale="90000"/>
          </a:bodyPr>
          <a:lstStyle/>
          <a:p>
            <a:r>
              <a:rPr lang="en-GB" dirty="0" err="1"/>
              <a:t>Autonomes</a:t>
            </a:r>
            <a:br>
              <a:rPr lang="en-CH" dirty="0"/>
            </a:br>
            <a:r>
              <a:rPr lang="en-CH" dirty="0">
                <a:solidFill>
                  <a:srgbClr val="F1AE2B"/>
                </a:solidFill>
              </a:rPr>
              <a:t>Fahren</a:t>
            </a:r>
          </a:p>
        </p:txBody>
      </p:sp>
      <p:sp>
        <p:nvSpPr>
          <p:cNvPr id="5" name="Rechteck 1">
            <a:extLst>
              <a:ext uri="{FF2B5EF4-FFF2-40B4-BE49-F238E27FC236}">
                <a16:creationId xmlns:a16="http://schemas.microsoft.com/office/drawing/2014/main" id="{0D66DDB4-B935-F94F-AE2E-F7658DC5EFB8}"/>
              </a:ext>
            </a:extLst>
          </p:cNvPr>
          <p:cNvSpPr/>
          <p:nvPr/>
        </p:nvSpPr>
        <p:spPr>
          <a:xfrm>
            <a:off x="776536" y="1538824"/>
            <a:ext cx="8976500" cy="646331"/>
          </a:xfrm>
          <a:prstGeom prst="rect">
            <a:avLst/>
          </a:prstGeom>
        </p:spPr>
        <p:txBody>
          <a:bodyPr wrap="square">
            <a:spAutoFit/>
          </a:bodyPr>
          <a:lstStyle/>
          <a:p>
            <a:endParaRPr lang="de-CH" dirty="0">
              <a:latin typeface="Helvetica Neue Light" panose="02000403000000020004" pitchFamily="2" charset="0"/>
              <a:ea typeface="Helvetica Neue Light" panose="02000403000000020004" pitchFamily="2" charset="0"/>
              <a:cs typeface="Arial" panose="020B0604020202020204" pitchFamily="34" charset="0"/>
            </a:endParaRPr>
          </a:p>
          <a:p>
            <a:endParaRPr lang="de-CH" dirty="0">
              <a:latin typeface="Helvetica Neue Light" panose="02000403000000020004" pitchFamily="2" charset="0"/>
              <a:ea typeface="Helvetica Neue Light" panose="02000403000000020004" pitchFamily="2" charset="0"/>
              <a:cs typeface="Arial" panose="020B0604020202020204" pitchFamily="34" charset="0"/>
            </a:endParaRPr>
          </a:p>
        </p:txBody>
      </p:sp>
      <p:sp>
        <p:nvSpPr>
          <p:cNvPr id="6" name="Google Shape;85;p16">
            <a:extLst>
              <a:ext uri="{FF2B5EF4-FFF2-40B4-BE49-F238E27FC236}">
                <a16:creationId xmlns:a16="http://schemas.microsoft.com/office/drawing/2014/main" id="{7F746CEA-802C-A34B-99F3-18901BD2593E}"/>
              </a:ext>
            </a:extLst>
          </p:cNvPr>
          <p:cNvSpPr txBox="1">
            <a:spLocks/>
          </p:cNvSpPr>
          <p:nvPr/>
        </p:nvSpPr>
        <p:spPr>
          <a:xfrm>
            <a:off x="1125899" y="2195000"/>
            <a:ext cx="9020324" cy="3664800"/>
          </a:xfrm>
          <a:prstGeom prst="rect">
            <a:avLst/>
          </a:prstGeom>
        </p:spPr>
        <p:txBody>
          <a:bodyPr spcFirstLastPara="1" vert="horz" wrap="square" lIns="121900" tIns="121900" rIns="121900" bIns="121900" rtlCol="0" anchor="t" anchorCtr="0">
            <a:noAutofit/>
          </a:bodyPr>
          <a:lstStyle>
            <a:lvl1pPr marL="609585" lvl="0" indent="-457189" algn="l" defTabSz="914400" rtl="0" eaLnBrk="1" latinLnBrk="0" hangingPunct="1">
              <a:lnSpc>
                <a:spcPct val="90000"/>
              </a:lnSpc>
              <a:spcBef>
                <a:spcPts val="800"/>
              </a:spcBef>
              <a:spcAft>
                <a:spcPts val="0"/>
              </a:spcAft>
              <a:buSzPts val="1800"/>
              <a:buFont typeface="Arial" panose="020B0604020202020204" pitchFamily="34" charset="0"/>
              <a:buChar char="▪"/>
              <a:defRPr sz="2800" b="0" i="0" kern="1200">
                <a:solidFill>
                  <a:schemeClr val="tx1"/>
                </a:solidFill>
                <a:latin typeface="Helvetica Neue Thin" panose="020B0403020202020204" pitchFamily="34" charset="0"/>
                <a:ea typeface="Helvetica Neue Thin" panose="020B0403020202020204" pitchFamily="34" charset="0"/>
                <a:cs typeface="+mn-cs"/>
              </a:defRPr>
            </a:lvl1pPr>
            <a:lvl2pPr marL="1219170" lvl="1" indent="-457189" algn="l" defTabSz="914400" rtl="0" eaLnBrk="1" latinLnBrk="0" hangingPunct="1">
              <a:lnSpc>
                <a:spcPct val="90000"/>
              </a:lnSpc>
              <a:spcBef>
                <a:spcPts val="0"/>
              </a:spcBef>
              <a:spcAft>
                <a:spcPts val="0"/>
              </a:spcAft>
              <a:buSzPts val="1800"/>
              <a:buFont typeface="Arial" panose="020B0604020202020204" pitchFamily="34" charset="0"/>
              <a:buChar char="▫"/>
              <a:defRPr sz="2400" b="0" i="0" kern="1200">
                <a:solidFill>
                  <a:schemeClr val="tx1"/>
                </a:solidFill>
                <a:latin typeface="Helvetica Neue Thin" panose="020B0403020202020204" pitchFamily="34" charset="0"/>
                <a:ea typeface="Helvetica Neue Thin" panose="020B0403020202020204" pitchFamily="34" charset="0"/>
                <a:cs typeface="+mn-cs"/>
              </a:defRPr>
            </a:lvl2pPr>
            <a:lvl3pPr marL="1828754" lvl="2" indent="-457189" algn="l" defTabSz="914400" rtl="0" eaLnBrk="1" latinLnBrk="0" hangingPunct="1">
              <a:lnSpc>
                <a:spcPct val="90000"/>
              </a:lnSpc>
              <a:spcBef>
                <a:spcPts val="0"/>
              </a:spcBef>
              <a:spcAft>
                <a:spcPts val="0"/>
              </a:spcAft>
              <a:buSzPts val="1800"/>
              <a:buFont typeface="Arial" panose="020B0604020202020204" pitchFamily="34" charset="0"/>
              <a:buChar char="▸"/>
              <a:defRPr sz="2000" b="0" i="0" kern="1200">
                <a:solidFill>
                  <a:schemeClr val="tx1"/>
                </a:solidFill>
                <a:latin typeface="Helvetica Neue Thin" panose="020B0403020202020204" pitchFamily="34" charset="0"/>
                <a:ea typeface="Helvetica Neue Thin" panose="020B0403020202020204" pitchFamily="34" charset="0"/>
                <a:cs typeface="+mn-cs"/>
              </a:defRPr>
            </a:lvl3pPr>
            <a:lvl4pPr marL="2438339" lvl="3"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4pPr>
            <a:lvl5pPr marL="3047924" lvl="4"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5pPr>
            <a:lvl6pPr marL="3657509" lvl="5"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4267093" lvl="6"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4876678" lvl="7"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5486263" lvl="8"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marL="342900" indent="-342900">
              <a:buClr>
                <a:schemeClr val="dk1"/>
              </a:buClr>
              <a:buSzPts val="1100"/>
            </a:pPr>
            <a:endParaRPr lang="de-CH" sz="22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p:txBody>
      </p:sp>
      <p:sp>
        <p:nvSpPr>
          <p:cNvPr id="7" name="Google Shape;85;p16">
            <a:extLst>
              <a:ext uri="{FF2B5EF4-FFF2-40B4-BE49-F238E27FC236}">
                <a16:creationId xmlns:a16="http://schemas.microsoft.com/office/drawing/2014/main" id="{BD7CF3E9-8355-8A40-A4FA-DCF11EC88801}"/>
              </a:ext>
            </a:extLst>
          </p:cNvPr>
          <p:cNvSpPr txBox="1">
            <a:spLocks/>
          </p:cNvSpPr>
          <p:nvPr/>
        </p:nvSpPr>
        <p:spPr>
          <a:xfrm>
            <a:off x="1125899" y="1538824"/>
            <a:ext cx="9020324" cy="3664800"/>
          </a:xfrm>
          <a:prstGeom prst="rect">
            <a:avLst/>
          </a:prstGeom>
        </p:spPr>
        <p:txBody>
          <a:bodyPr spcFirstLastPara="1" vert="horz" wrap="square" lIns="121900" tIns="121900" rIns="121900" bIns="121900" rtlCol="0" anchor="t" anchorCtr="0">
            <a:noAutofit/>
          </a:bodyPr>
          <a:lstStyle>
            <a:lvl1pPr marL="609585" lvl="0" indent="-457189" algn="l" defTabSz="914400" rtl="0" eaLnBrk="1" latinLnBrk="0" hangingPunct="1">
              <a:lnSpc>
                <a:spcPct val="90000"/>
              </a:lnSpc>
              <a:spcBef>
                <a:spcPts val="800"/>
              </a:spcBef>
              <a:spcAft>
                <a:spcPts val="0"/>
              </a:spcAft>
              <a:buSzPts val="1800"/>
              <a:buFont typeface="Arial" panose="020B0604020202020204" pitchFamily="34" charset="0"/>
              <a:buChar char="▪"/>
              <a:defRPr sz="2800" b="0" i="0" kern="1200">
                <a:solidFill>
                  <a:schemeClr val="tx1"/>
                </a:solidFill>
                <a:latin typeface="Helvetica Neue Thin" panose="020B0403020202020204" pitchFamily="34" charset="0"/>
                <a:ea typeface="Helvetica Neue Thin" panose="020B0403020202020204" pitchFamily="34" charset="0"/>
                <a:cs typeface="+mn-cs"/>
              </a:defRPr>
            </a:lvl1pPr>
            <a:lvl2pPr marL="1219170" lvl="1" indent="-457189" algn="l" defTabSz="914400" rtl="0" eaLnBrk="1" latinLnBrk="0" hangingPunct="1">
              <a:lnSpc>
                <a:spcPct val="90000"/>
              </a:lnSpc>
              <a:spcBef>
                <a:spcPts val="0"/>
              </a:spcBef>
              <a:spcAft>
                <a:spcPts val="0"/>
              </a:spcAft>
              <a:buSzPts val="1800"/>
              <a:buFont typeface="Arial" panose="020B0604020202020204" pitchFamily="34" charset="0"/>
              <a:buChar char="▫"/>
              <a:defRPr sz="2400" b="0" i="0" kern="1200">
                <a:solidFill>
                  <a:schemeClr val="tx1"/>
                </a:solidFill>
                <a:latin typeface="Helvetica Neue Thin" panose="020B0403020202020204" pitchFamily="34" charset="0"/>
                <a:ea typeface="Helvetica Neue Thin" panose="020B0403020202020204" pitchFamily="34" charset="0"/>
                <a:cs typeface="+mn-cs"/>
              </a:defRPr>
            </a:lvl2pPr>
            <a:lvl3pPr marL="1828754" lvl="2" indent="-457189" algn="l" defTabSz="914400" rtl="0" eaLnBrk="1" latinLnBrk="0" hangingPunct="1">
              <a:lnSpc>
                <a:spcPct val="90000"/>
              </a:lnSpc>
              <a:spcBef>
                <a:spcPts val="0"/>
              </a:spcBef>
              <a:spcAft>
                <a:spcPts val="0"/>
              </a:spcAft>
              <a:buSzPts val="1800"/>
              <a:buFont typeface="Arial" panose="020B0604020202020204" pitchFamily="34" charset="0"/>
              <a:buChar char="▸"/>
              <a:defRPr sz="2000" b="0" i="0" kern="1200">
                <a:solidFill>
                  <a:schemeClr val="tx1"/>
                </a:solidFill>
                <a:latin typeface="Helvetica Neue Thin" panose="020B0403020202020204" pitchFamily="34" charset="0"/>
                <a:ea typeface="Helvetica Neue Thin" panose="020B0403020202020204" pitchFamily="34" charset="0"/>
                <a:cs typeface="+mn-cs"/>
              </a:defRPr>
            </a:lvl3pPr>
            <a:lvl4pPr marL="2438339" lvl="3"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4pPr>
            <a:lvl5pPr marL="3047924" lvl="4"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5pPr>
            <a:lvl6pPr marL="3657509" lvl="5"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4267093" lvl="6"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4876678" lvl="7"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5486263" lvl="8"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marL="0" indent="0">
              <a:buClr>
                <a:schemeClr val="dk1"/>
              </a:buClr>
              <a:buSzPts val="1100"/>
              <a:buNone/>
            </a:pPr>
            <a:endParaRPr lang="de-CH" sz="2200" dirty="0">
              <a:solidFill>
                <a:srgbClr val="000000"/>
              </a:solidFill>
            </a:endParaRPr>
          </a:p>
          <a:p>
            <a:pPr marL="342900" indent="-342900">
              <a:buClr>
                <a:schemeClr val="dk1"/>
              </a:buClr>
              <a:buSzPts val="1100"/>
            </a:pPr>
            <a:endParaRPr lang="de-CH" sz="2200" dirty="0">
              <a:solidFill>
                <a:srgbClr val="000000"/>
              </a:solidFill>
            </a:endParaRPr>
          </a:p>
          <a:p>
            <a:pPr marL="342900" indent="-342900">
              <a:buClr>
                <a:schemeClr val="dk1"/>
              </a:buClr>
              <a:buSzPts val="1100"/>
            </a:pPr>
            <a:r>
              <a:rPr lang="de-CH" sz="2200" dirty="0">
                <a:solidFill>
                  <a:srgbClr val="F1AE2B"/>
                </a:solidFill>
              </a:rPr>
              <a:t>Moralische Entscheidungen </a:t>
            </a:r>
            <a:r>
              <a:rPr lang="de-CH" sz="2200" dirty="0">
                <a:solidFill>
                  <a:srgbClr val="000000"/>
                </a:solidFill>
              </a:rPr>
              <a:t>werden von jedem Menschen täglich getroffen. </a:t>
            </a:r>
          </a:p>
          <a:p>
            <a:pPr marL="342900" indent="-342900">
              <a:buClr>
                <a:schemeClr val="dk1"/>
              </a:buClr>
              <a:buSzPts val="1100"/>
            </a:pPr>
            <a:r>
              <a:rPr lang="de-CH" sz="2200" dirty="0">
                <a:solidFill>
                  <a:srgbClr val="000000"/>
                </a:solidFill>
              </a:rPr>
              <a:t>Zum Beispiel: Wenn ein Fahrer oder eine Fahrerin auf die Bremse tritt, um einen Fussgänger oder eine Fussgängerin nicht anzufahren, trifft er oder sie die moralische Entscheidung, das Risiko vom Fussgänger oder der Fussgängerin auf die Menschen im Auto zu verlagern.</a:t>
            </a:r>
          </a:p>
          <a:p>
            <a:pPr marL="342900" indent="-342900">
              <a:buClr>
                <a:schemeClr val="dk1"/>
              </a:buClr>
              <a:buSzPts val="1100"/>
            </a:pPr>
            <a:r>
              <a:rPr lang="de-CH" sz="2200" dirty="0">
                <a:solidFill>
                  <a:srgbClr val="F1AE2B"/>
                </a:solidFill>
              </a:rPr>
              <a:t>Challenge 1: </a:t>
            </a:r>
            <a:r>
              <a:rPr lang="de-CH" sz="2200" dirty="0">
                <a:solidFill>
                  <a:srgbClr val="000000"/>
                </a:solidFill>
              </a:rPr>
              <a:t>Stell dir vor, ein autonomes Auto mit </a:t>
            </a:r>
            <a:r>
              <a:rPr lang="de-CH" sz="2200" dirty="0">
                <a:solidFill>
                  <a:srgbClr val="F1AE2B"/>
                </a:solidFill>
              </a:rPr>
              <a:t>kaputten Bremsen </a:t>
            </a:r>
            <a:r>
              <a:rPr lang="de-CH" sz="2200" dirty="0">
                <a:solidFill>
                  <a:srgbClr val="000000"/>
                </a:solidFill>
              </a:rPr>
              <a:t>fährt mit voller Geschwindigkeit auf eine Grossmutter und ihr Kind zu. Durch ein kleines Ausweichmanöver kann einer der beiden gerettet werden.</a:t>
            </a:r>
          </a:p>
          <a:p>
            <a:pPr marL="342900" indent="-342900">
              <a:buClr>
                <a:schemeClr val="dk1"/>
              </a:buClr>
              <a:buSzPts val="1100"/>
            </a:pPr>
            <a:endParaRPr lang="de-CH" sz="2200" dirty="0">
              <a:solidFill>
                <a:srgbClr val="000000"/>
              </a:solidFill>
            </a:endParaRPr>
          </a:p>
          <a:p>
            <a:pPr marL="342900" indent="-342900">
              <a:buClr>
                <a:schemeClr val="dk1"/>
              </a:buClr>
              <a:buSzPts val="1100"/>
            </a:pPr>
            <a:endParaRPr lang="de-CH" sz="16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p:txBody>
      </p:sp>
    </p:spTree>
    <p:extLst>
      <p:ext uri="{BB962C8B-B14F-4D97-AF65-F5344CB8AC3E}">
        <p14:creationId xmlns:p14="http://schemas.microsoft.com/office/powerpoint/2010/main" val="15609292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342CD-3DB1-3A49-873D-A39567ACEF11}"/>
              </a:ext>
            </a:extLst>
          </p:cNvPr>
          <p:cNvSpPr>
            <a:spLocks noGrp="1"/>
          </p:cNvSpPr>
          <p:nvPr>
            <p:ph type="title"/>
          </p:nvPr>
        </p:nvSpPr>
        <p:spPr/>
        <p:txBody>
          <a:bodyPr>
            <a:normAutofit fontScale="90000"/>
          </a:bodyPr>
          <a:lstStyle/>
          <a:p>
            <a:r>
              <a:rPr lang="en-GB" dirty="0" err="1"/>
              <a:t>Autonomes</a:t>
            </a:r>
            <a:br>
              <a:rPr lang="en-CH" dirty="0"/>
            </a:br>
            <a:r>
              <a:rPr lang="en-CH" dirty="0">
                <a:solidFill>
                  <a:srgbClr val="F1AE2B"/>
                </a:solidFill>
              </a:rPr>
              <a:t>Fahren</a:t>
            </a:r>
          </a:p>
        </p:txBody>
      </p:sp>
      <p:sp>
        <p:nvSpPr>
          <p:cNvPr id="5" name="Rechteck 1">
            <a:extLst>
              <a:ext uri="{FF2B5EF4-FFF2-40B4-BE49-F238E27FC236}">
                <a16:creationId xmlns:a16="http://schemas.microsoft.com/office/drawing/2014/main" id="{0D66DDB4-B935-F94F-AE2E-F7658DC5EFB8}"/>
              </a:ext>
            </a:extLst>
          </p:cNvPr>
          <p:cNvSpPr/>
          <p:nvPr/>
        </p:nvSpPr>
        <p:spPr>
          <a:xfrm>
            <a:off x="776536" y="1538824"/>
            <a:ext cx="8976500" cy="646331"/>
          </a:xfrm>
          <a:prstGeom prst="rect">
            <a:avLst/>
          </a:prstGeom>
        </p:spPr>
        <p:txBody>
          <a:bodyPr wrap="square">
            <a:spAutoFit/>
          </a:bodyPr>
          <a:lstStyle/>
          <a:p>
            <a:endParaRPr lang="de-CH" dirty="0">
              <a:latin typeface="Helvetica Neue Light" panose="02000403000000020004" pitchFamily="2" charset="0"/>
              <a:ea typeface="Helvetica Neue Light" panose="02000403000000020004" pitchFamily="2" charset="0"/>
              <a:cs typeface="Arial" panose="020B0604020202020204" pitchFamily="34" charset="0"/>
            </a:endParaRPr>
          </a:p>
          <a:p>
            <a:endParaRPr lang="de-CH" dirty="0">
              <a:latin typeface="Helvetica Neue Light" panose="02000403000000020004" pitchFamily="2" charset="0"/>
              <a:ea typeface="Helvetica Neue Light" panose="02000403000000020004" pitchFamily="2" charset="0"/>
              <a:cs typeface="Arial" panose="020B0604020202020204" pitchFamily="34" charset="0"/>
            </a:endParaRPr>
          </a:p>
        </p:txBody>
      </p:sp>
      <p:sp>
        <p:nvSpPr>
          <p:cNvPr id="6" name="Google Shape;85;p16">
            <a:extLst>
              <a:ext uri="{FF2B5EF4-FFF2-40B4-BE49-F238E27FC236}">
                <a16:creationId xmlns:a16="http://schemas.microsoft.com/office/drawing/2014/main" id="{7F746CEA-802C-A34B-99F3-18901BD2593E}"/>
              </a:ext>
            </a:extLst>
          </p:cNvPr>
          <p:cNvSpPr txBox="1">
            <a:spLocks/>
          </p:cNvSpPr>
          <p:nvPr/>
        </p:nvSpPr>
        <p:spPr>
          <a:xfrm>
            <a:off x="1125899" y="2195000"/>
            <a:ext cx="9020324" cy="3664800"/>
          </a:xfrm>
          <a:prstGeom prst="rect">
            <a:avLst/>
          </a:prstGeom>
        </p:spPr>
        <p:txBody>
          <a:bodyPr spcFirstLastPara="1" vert="horz" wrap="square" lIns="121900" tIns="121900" rIns="121900" bIns="121900" rtlCol="0" anchor="t" anchorCtr="0">
            <a:noAutofit/>
          </a:bodyPr>
          <a:lstStyle>
            <a:lvl1pPr marL="609585" lvl="0" indent="-457189" algn="l" defTabSz="914400" rtl="0" eaLnBrk="1" latinLnBrk="0" hangingPunct="1">
              <a:lnSpc>
                <a:spcPct val="90000"/>
              </a:lnSpc>
              <a:spcBef>
                <a:spcPts val="800"/>
              </a:spcBef>
              <a:spcAft>
                <a:spcPts val="0"/>
              </a:spcAft>
              <a:buSzPts val="1800"/>
              <a:buFont typeface="Arial" panose="020B0604020202020204" pitchFamily="34" charset="0"/>
              <a:buChar char="▪"/>
              <a:defRPr sz="2800" b="0" i="0" kern="1200">
                <a:solidFill>
                  <a:schemeClr val="tx1"/>
                </a:solidFill>
                <a:latin typeface="Helvetica Neue Thin" panose="020B0403020202020204" pitchFamily="34" charset="0"/>
                <a:ea typeface="Helvetica Neue Thin" panose="020B0403020202020204" pitchFamily="34" charset="0"/>
                <a:cs typeface="+mn-cs"/>
              </a:defRPr>
            </a:lvl1pPr>
            <a:lvl2pPr marL="1219170" lvl="1" indent="-457189" algn="l" defTabSz="914400" rtl="0" eaLnBrk="1" latinLnBrk="0" hangingPunct="1">
              <a:lnSpc>
                <a:spcPct val="90000"/>
              </a:lnSpc>
              <a:spcBef>
                <a:spcPts val="0"/>
              </a:spcBef>
              <a:spcAft>
                <a:spcPts val="0"/>
              </a:spcAft>
              <a:buSzPts val="1800"/>
              <a:buFont typeface="Arial" panose="020B0604020202020204" pitchFamily="34" charset="0"/>
              <a:buChar char="▫"/>
              <a:defRPr sz="2400" b="0" i="0" kern="1200">
                <a:solidFill>
                  <a:schemeClr val="tx1"/>
                </a:solidFill>
                <a:latin typeface="Helvetica Neue Thin" panose="020B0403020202020204" pitchFamily="34" charset="0"/>
                <a:ea typeface="Helvetica Neue Thin" panose="020B0403020202020204" pitchFamily="34" charset="0"/>
                <a:cs typeface="+mn-cs"/>
              </a:defRPr>
            </a:lvl2pPr>
            <a:lvl3pPr marL="1828754" lvl="2" indent="-457189" algn="l" defTabSz="914400" rtl="0" eaLnBrk="1" latinLnBrk="0" hangingPunct="1">
              <a:lnSpc>
                <a:spcPct val="90000"/>
              </a:lnSpc>
              <a:spcBef>
                <a:spcPts val="0"/>
              </a:spcBef>
              <a:spcAft>
                <a:spcPts val="0"/>
              </a:spcAft>
              <a:buSzPts val="1800"/>
              <a:buFont typeface="Arial" panose="020B0604020202020204" pitchFamily="34" charset="0"/>
              <a:buChar char="▸"/>
              <a:defRPr sz="2000" b="0" i="0" kern="1200">
                <a:solidFill>
                  <a:schemeClr val="tx1"/>
                </a:solidFill>
                <a:latin typeface="Helvetica Neue Thin" panose="020B0403020202020204" pitchFamily="34" charset="0"/>
                <a:ea typeface="Helvetica Neue Thin" panose="020B0403020202020204" pitchFamily="34" charset="0"/>
                <a:cs typeface="+mn-cs"/>
              </a:defRPr>
            </a:lvl3pPr>
            <a:lvl4pPr marL="2438339" lvl="3"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4pPr>
            <a:lvl5pPr marL="3047924" lvl="4"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5pPr>
            <a:lvl6pPr marL="3657509" lvl="5"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4267093" lvl="6"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4876678" lvl="7"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5486263" lvl="8"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marL="342900" indent="-342900">
              <a:buClr>
                <a:schemeClr val="dk1"/>
              </a:buClr>
              <a:buSzPts val="1100"/>
            </a:pPr>
            <a:endParaRPr lang="de-CH" sz="22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p:txBody>
      </p:sp>
      <p:sp>
        <p:nvSpPr>
          <p:cNvPr id="7" name="Google Shape;85;p16">
            <a:extLst>
              <a:ext uri="{FF2B5EF4-FFF2-40B4-BE49-F238E27FC236}">
                <a16:creationId xmlns:a16="http://schemas.microsoft.com/office/drawing/2014/main" id="{BD7CF3E9-8355-8A40-A4FA-DCF11EC88801}"/>
              </a:ext>
            </a:extLst>
          </p:cNvPr>
          <p:cNvSpPr txBox="1">
            <a:spLocks/>
          </p:cNvSpPr>
          <p:nvPr/>
        </p:nvSpPr>
        <p:spPr>
          <a:xfrm>
            <a:off x="1125899" y="1538824"/>
            <a:ext cx="9020324" cy="3664800"/>
          </a:xfrm>
          <a:prstGeom prst="rect">
            <a:avLst/>
          </a:prstGeom>
        </p:spPr>
        <p:txBody>
          <a:bodyPr spcFirstLastPara="1" vert="horz" wrap="square" lIns="121900" tIns="121900" rIns="121900" bIns="121900" rtlCol="0" anchor="t" anchorCtr="0">
            <a:noAutofit/>
          </a:bodyPr>
          <a:lstStyle>
            <a:lvl1pPr marL="609585" lvl="0" indent="-457189" algn="l" defTabSz="914400" rtl="0" eaLnBrk="1" latinLnBrk="0" hangingPunct="1">
              <a:lnSpc>
                <a:spcPct val="90000"/>
              </a:lnSpc>
              <a:spcBef>
                <a:spcPts val="800"/>
              </a:spcBef>
              <a:spcAft>
                <a:spcPts val="0"/>
              </a:spcAft>
              <a:buSzPts val="1800"/>
              <a:buFont typeface="Arial" panose="020B0604020202020204" pitchFamily="34" charset="0"/>
              <a:buChar char="▪"/>
              <a:defRPr sz="2800" b="0" i="0" kern="1200">
                <a:solidFill>
                  <a:schemeClr val="tx1"/>
                </a:solidFill>
                <a:latin typeface="Helvetica Neue Thin" panose="020B0403020202020204" pitchFamily="34" charset="0"/>
                <a:ea typeface="Helvetica Neue Thin" panose="020B0403020202020204" pitchFamily="34" charset="0"/>
                <a:cs typeface="+mn-cs"/>
              </a:defRPr>
            </a:lvl1pPr>
            <a:lvl2pPr marL="1219170" lvl="1" indent="-457189" algn="l" defTabSz="914400" rtl="0" eaLnBrk="1" latinLnBrk="0" hangingPunct="1">
              <a:lnSpc>
                <a:spcPct val="90000"/>
              </a:lnSpc>
              <a:spcBef>
                <a:spcPts val="0"/>
              </a:spcBef>
              <a:spcAft>
                <a:spcPts val="0"/>
              </a:spcAft>
              <a:buSzPts val="1800"/>
              <a:buFont typeface="Arial" panose="020B0604020202020204" pitchFamily="34" charset="0"/>
              <a:buChar char="▫"/>
              <a:defRPr sz="2400" b="0" i="0" kern="1200">
                <a:solidFill>
                  <a:schemeClr val="tx1"/>
                </a:solidFill>
                <a:latin typeface="Helvetica Neue Thin" panose="020B0403020202020204" pitchFamily="34" charset="0"/>
                <a:ea typeface="Helvetica Neue Thin" panose="020B0403020202020204" pitchFamily="34" charset="0"/>
                <a:cs typeface="+mn-cs"/>
              </a:defRPr>
            </a:lvl2pPr>
            <a:lvl3pPr marL="1828754" lvl="2" indent="-457189" algn="l" defTabSz="914400" rtl="0" eaLnBrk="1" latinLnBrk="0" hangingPunct="1">
              <a:lnSpc>
                <a:spcPct val="90000"/>
              </a:lnSpc>
              <a:spcBef>
                <a:spcPts val="0"/>
              </a:spcBef>
              <a:spcAft>
                <a:spcPts val="0"/>
              </a:spcAft>
              <a:buSzPts val="1800"/>
              <a:buFont typeface="Arial" panose="020B0604020202020204" pitchFamily="34" charset="0"/>
              <a:buChar char="▸"/>
              <a:defRPr sz="2000" b="0" i="0" kern="1200">
                <a:solidFill>
                  <a:schemeClr val="tx1"/>
                </a:solidFill>
                <a:latin typeface="Helvetica Neue Thin" panose="020B0403020202020204" pitchFamily="34" charset="0"/>
                <a:ea typeface="Helvetica Neue Thin" panose="020B0403020202020204" pitchFamily="34" charset="0"/>
                <a:cs typeface="+mn-cs"/>
              </a:defRPr>
            </a:lvl3pPr>
            <a:lvl4pPr marL="2438339" lvl="3"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4pPr>
            <a:lvl5pPr marL="3047924" lvl="4"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5pPr>
            <a:lvl6pPr marL="3657509" lvl="5"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4267093" lvl="6"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4876678" lvl="7"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5486263" lvl="8"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marL="0" indent="0">
              <a:buClr>
                <a:schemeClr val="dk1"/>
              </a:buClr>
              <a:buSzPts val="1100"/>
              <a:buNone/>
            </a:pPr>
            <a:endParaRPr lang="de-CH" sz="2200" dirty="0"/>
          </a:p>
          <a:p>
            <a:pPr marL="342900" indent="-342900">
              <a:buClr>
                <a:schemeClr val="dk1"/>
              </a:buClr>
              <a:buSzPts val="1100"/>
            </a:pPr>
            <a:endParaRPr lang="de-CH" sz="2200" dirty="0"/>
          </a:p>
          <a:p>
            <a:pPr marL="342900" indent="-342900">
              <a:buClr>
                <a:schemeClr val="dk1"/>
              </a:buClr>
              <a:buSzPts val="1100"/>
            </a:pPr>
            <a:r>
              <a:rPr lang="de-CH" sz="2200" dirty="0"/>
              <a:t>Diesmal ist es kein menschlicher Fahrer, der die Entscheidung trifft, sondern der Algorithmus des Autos.</a:t>
            </a:r>
          </a:p>
          <a:p>
            <a:pPr marL="342900" indent="-342900">
              <a:buClr>
                <a:schemeClr val="dk1"/>
              </a:buClr>
              <a:buSzPts val="1100"/>
            </a:pPr>
            <a:r>
              <a:rPr lang="de-CH" sz="2200" dirty="0"/>
              <a:t>Wen würdest du wählen, die Großmutter oder das Kind? Denkst du, es gibt nur eine richtige Antwort?</a:t>
            </a:r>
          </a:p>
          <a:p>
            <a:pPr marL="0" indent="0">
              <a:buClr>
                <a:schemeClr val="dk1"/>
              </a:buClr>
              <a:buSzPts val="1100"/>
              <a:buNone/>
            </a:pPr>
            <a:endParaRPr lang="de-CH" sz="2200" dirty="0">
              <a:sym typeface="Wingdings" pitchFamily="2" charset="2"/>
            </a:endParaRPr>
          </a:p>
          <a:p>
            <a:pPr marL="0" indent="0">
              <a:buClr>
                <a:schemeClr val="dk1"/>
              </a:buClr>
              <a:buSzPts val="1100"/>
              <a:buNone/>
            </a:pPr>
            <a:r>
              <a:rPr lang="de-CH" sz="2200" dirty="0">
                <a:sym typeface="Wingdings" pitchFamily="2" charset="2"/>
              </a:rPr>
              <a:t> </a:t>
            </a:r>
            <a:r>
              <a:rPr lang="de-CH" sz="2200" dirty="0"/>
              <a:t>Dies ist ein typisches ethisches Dilemma, das zeigt, wie wichtig die Ethik bei der Entwicklung von Technologien ist.</a:t>
            </a:r>
          </a:p>
          <a:p>
            <a:pPr marL="342900" indent="-342900">
              <a:buClr>
                <a:schemeClr val="dk1"/>
              </a:buClr>
              <a:buSzPts val="1100"/>
            </a:pPr>
            <a:endParaRPr lang="de-CH" sz="16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p:txBody>
      </p:sp>
    </p:spTree>
    <p:extLst>
      <p:ext uri="{BB962C8B-B14F-4D97-AF65-F5344CB8AC3E}">
        <p14:creationId xmlns:p14="http://schemas.microsoft.com/office/powerpoint/2010/main" val="17369183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342CD-3DB1-3A49-873D-A39567ACEF11}"/>
              </a:ext>
            </a:extLst>
          </p:cNvPr>
          <p:cNvSpPr>
            <a:spLocks noGrp="1"/>
          </p:cNvSpPr>
          <p:nvPr>
            <p:ph type="title"/>
          </p:nvPr>
        </p:nvSpPr>
        <p:spPr/>
        <p:txBody>
          <a:bodyPr>
            <a:normAutofit fontScale="90000"/>
          </a:bodyPr>
          <a:lstStyle/>
          <a:p>
            <a:r>
              <a:rPr lang="en-GB" dirty="0" err="1"/>
              <a:t>Autonomes</a:t>
            </a:r>
            <a:br>
              <a:rPr lang="en-CH" dirty="0"/>
            </a:br>
            <a:r>
              <a:rPr lang="en-CH" dirty="0">
                <a:solidFill>
                  <a:srgbClr val="F1AE2B"/>
                </a:solidFill>
              </a:rPr>
              <a:t>Fahren</a:t>
            </a:r>
          </a:p>
        </p:txBody>
      </p:sp>
      <p:sp>
        <p:nvSpPr>
          <p:cNvPr id="5" name="Rechteck 1">
            <a:extLst>
              <a:ext uri="{FF2B5EF4-FFF2-40B4-BE49-F238E27FC236}">
                <a16:creationId xmlns:a16="http://schemas.microsoft.com/office/drawing/2014/main" id="{0D66DDB4-B935-F94F-AE2E-F7658DC5EFB8}"/>
              </a:ext>
            </a:extLst>
          </p:cNvPr>
          <p:cNvSpPr/>
          <p:nvPr/>
        </p:nvSpPr>
        <p:spPr>
          <a:xfrm>
            <a:off x="776536" y="1538824"/>
            <a:ext cx="8976500" cy="646331"/>
          </a:xfrm>
          <a:prstGeom prst="rect">
            <a:avLst/>
          </a:prstGeom>
        </p:spPr>
        <p:txBody>
          <a:bodyPr wrap="square">
            <a:spAutoFit/>
          </a:bodyPr>
          <a:lstStyle/>
          <a:p>
            <a:endParaRPr lang="de-CH" dirty="0">
              <a:latin typeface="Helvetica Neue Light" panose="02000403000000020004" pitchFamily="2" charset="0"/>
              <a:ea typeface="Helvetica Neue Light" panose="02000403000000020004" pitchFamily="2" charset="0"/>
              <a:cs typeface="Arial" panose="020B0604020202020204" pitchFamily="34" charset="0"/>
            </a:endParaRPr>
          </a:p>
          <a:p>
            <a:endParaRPr lang="de-CH" dirty="0">
              <a:latin typeface="Helvetica Neue Light" panose="02000403000000020004" pitchFamily="2" charset="0"/>
              <a:ea typeface="Helvetica Neue Light" panose="02000403000000020004" pitchFamily="2" charset="0"/>
              <a:cs typeface="Arial" panose="020B0604020202020204" pitchFamily="34" charset="0"/>
            </a:endParaRPr>
          </a:p>
        </p:txBody>
      </p:sp>
      <p:sp>
        <p:nvSpPr>
          <p:cNvPr id="6" name="Google Shape;85;p16">
            <a:extLst>
              <a:ext uri="{FF2B5EF4-FFF2-40B4-BE49-F238E27FC236}">
                <a16:creationId xmlns:a16="http://schemas.microsoft.com/office/drawing/2014/main" id="{7F746CEA-802C-A34B-99F3-18901BD2593E}"/>
              </a:ext>
            </a:extLst>
          </p:cNvPr>
          <p:cNvSpPr txBox="1">
            <a:spLocks/>
          </p:cNvSpPr>
          <p:nvPr/>
        </p:nvSpPr>
        <p:spPr>
          <a:xfrm>
            <a:off x="1125899" y="2195000"/>
            <a:ext cx="9020324" cy="3664800"/>
          </a:xfrm>
          <a:prstGeom prst="rect">
            <a:avLst/>
          </a:prstGeom>
        </p:spPr>
        <p:txBody>
          <a:bodyPr spcFirstLastPara="1" vert="horz" wrap="square" lIns="121900" tIns="121900" rIns="121900" bIns="121900" rtlCol="0" anchor="t" anchorCtr="0">
            <a:noAutofit/>
          </a:bodyPr>
          <a:lstStyle>
            <a:lvl1pPr marL="609585" lvl="0" indent="-457189" algn="l" defTabSz="914400" rtl="0" eaLnBrk="1" latinLnBrk="0" hangingPunct="1">
              <a:lnSpc>
                <a:spcPct val="90000"/>
              </a:lnSpc>
              <a:spcBef>
                <a:spcPts val="800"/>
              </a:spcBef>
              <a:spcAft>
                <a:spcPts val="0"/>
              </a:spcAft>
              <a:buSzPts val="1800"/>
              <a:buFont typeface="Arial" panose="020B0604020202020204" pitchFamily="34" charset="0"/>
              <a:buChar char="▪"/>
              <a:defRPr sz="2800" b="0" i="0" kern="1200">
                <a:solidFill>
                  <a:schemeClr val="tx1"/>
                </a:solidFill>
                <a:latin typeface="Helvetica Neue Thin" panose="020B0403020202020204" pitchFamily="34" charset="0"/>
                <a:ea typeface="Helvetica Neue Thin" panose="020B0403020202020204" pitchFamily="34" charset="0"/>
                <a:cs typeface="+mn-cs"/>
              </a:defRPr>
            </a:lvl1pPr>
            <a:lvl2pPr marL="1219170" lvl="1" indent="-457189" algn="l" defTabSz="914400" rtl="0" eaLnBrk="1" latinLnBrk="0" hangingPunct="1">
              <a:lnSpc>
                <a:spcPct val="90000"/>
              </a:lnSpc>
              <a:spcBef>
                <a:spcPts val="0"/>
              </a:spcBef>
              <a:spcAft>
                <a:spcPts val="0"/>
              </a:spcAft>
              <a:buSzPts val="1800"/>
              <a:buFont typeface="Arial" panose="020B0604020202020204" pitchFamily="34" charset="0"/>
              <a:buChar char="▫"/>
              <a:defRPr sz="2400" b="0" i="0" kern="1200">
                <a:solidFill>
                  <a:schemeClr val="tx1"/>
                </a:solidFill>
                <a:latin typeface="Helvetica Neue Thin" panose="020B0403020202020204" pitchFamily="34" charset="0"/>
                <a:ea typeface="Helvetica Neue Thin" panose="020B0403020202020204" pitchFamily="34" charset="0"/>
                <a:cs typeface="+mn-cs"/>
              </a:defRPr>
            </a:lvl2pPr>
            <a:lvl3pPr marL="1828754" lvl="2" indent="-457189" algn="l" defTabSz="914400" rtl="0" eaLnBrk="1" latinLnBrk="0" hangingPunct="1">
              <a:lnSpc>
                <a:spcPct val="90000"/>
              </a:lnSpc>
              <a:spcBef>
                <a:spcPts val="0"/>
              </a:spcBef>
              <a:spcAft>
                <a:spcPts val="0"/>
              </a:spcAft>
              <a:buSzPts val="1800"/>
              <a:buFont typeface="Arial" panose="020B0604020202020204" pitchFamily="34" charset="0"/>
              <a:buChar char="▸"/>
              <a:defRPr sz="2000" b="0" i="0" kern="1200">
                <a:solidFill>
                  <a:schemeClr val="tx1"/>
                </a:solidFill>
                <a:latin typeface="Helvetica Neue Thin" panose="020B0403020202020204" pitchFamily="34" charset="0"/>
                <a:ea typeface="Helvetica Neue Thin" panose="020B0403020202020204" pitchFamily="34" charset="0"/>
                <a:cs typeface="+mn-cs"/>
              </a:defRPr>
            </a:lvl3pPr>
            <a:lvl4pPr marL="2438339" lvl="3"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4pPr>
            <a:lvl5pPr marL="3047924" lvl="4"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5pPr>
            <a:lvl6pPr marL="3657509" lvl="5"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4267093" lvl="6"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4876678" lvl="7"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5486263" lvl="8"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marL="342900" indent="-342900">
              <a:buClr>
                <a:schemeClr val="dk1"/>
              </a:buClr>
              <a:buSzPts val="1100"/>
            </a:pPr>
            <a:endParaRPr lang="de-CH" sz="22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p:txBody>
      </p:sp>
      <p:sp>
        <p:nvSpPr>
          <p:cNvPr id="7" name="Google Shape;85;p16">
            <a:extLst>
              <a:ext uri="{FF2B5EF4-FFF2-40B4-BE49-F238E27FC236}">
                <a16:creationId xmlns:a16="http://schemas.microsoft.com/office/drawing/2014/main" id="{BD7CF3E9-8355-8A40-A4FA-DCF11EC88801}"/>
              </a:ext>
            </a:extLst>
          </p:cNvPr>
          <p:cNvSpPr txBox="1">
            <a:spLocks/>
          </p:cNvSpPr>
          <p:nvPr/>
        </p:nvSpPr>
        <p:spPr>
          <a:xfrm>
            <a:off x="1125899" y="1538824"/>
            <a:ext cx="9020324" cy="3664800"/>
          </a:xfrm>
          <a:prstGeom prst="rect">
            <a:avLst/>
          </a:prstGeom>
        </p:spPr>
        <p:txBody>
          <a:bodyPr spcFirstLastPara="1" vert="horz" wrap="square" lIns="121900" tIns="121900" rIns="121900" bIns="121900" rtlCol="0" anchor="t" anchorCtr="0">
            <a:noAutofit/>
          </a:bodyPr>
          <a:lstStyle>
            <a:lvl1pPr marL="609585" lvl="0" indent="-457189" algn="l" defTabSz="914400" rtl="0" eaLnBrk="1" latinLnBrk="0" hangingPunct="1">
              <a:lnSpc>
                <a:spcPct val="90000"/>
              </a:lnSpc>
              <a:spcBef>
                <a:spcPts val="800"/>
              </a:spcBef>
              <a:spcAft>
                <a:spcPts val="0"/>
              </a:spcAft>
              <a:buSzPts val="1800"/>
              <a:buFont typeface="Arial" panose="020B0604020202020204" pitchFamily="34" charset="0"/>
              <a:buChar char="▪"/>
              <a:defRPr sz="2800" b="0" i="0" kern="1200">
                <a:solidFill>
                  <a:schemeClr val="tx1"/>
                </a:solidFill>
                <a:latin typeface="Helvetica Neue Thin" panose="020B0403020202020204" pitchFamily="34" charset="0"/>
                <a:ea typeface="Helvetica Neue Thin" panose="020B0403020202020204" pitchFamily="34" charset="0"/>
                <a:cs typeface="+mn-cs"/>
              </a:defRPr>
            </a:lvl1pPr>
            <a:lvl2pPr marL="1219170" lvl="1" indent="-457189" algn="l" defTabSz="914400" rtl="0" eaLnBrk="1" latinLnBrk="0" hangingPunct="1">
              <a:lnSpc>
                <a:spcPct val="90000"/>
              </a:lnSpc>
              <a:spcBef>
                <a:spcPts val="0"/>
              </a:spcBef>
              <a:spcAft>
                <a:spcPts val="0"/>
              </a:spcAft>
              <a:buSzPts val="1800"/>
              <a:buFont typeface="Arial" panose="020B0604020202020204" pitchFamily="34" charset="0"/>
              <a:buChar char="▫"/>
              <a:defRPr sz="2400" b="0" i="0" kern="1200">
                <a:solidFill>
                  <a:schemeClr val="tx1"/>
                </a:solidFill>
                <a:latin typeface="Helvetica Neue Thin" panose="020B0403020202020204" pitchFamily="34" charset="0"/>
                <a:ea typeface="Helvetica Neue Thin" panose="020B0403020202020204" pitchFamily="34" charset="0"/>
                <a:cs typeface="+mn-cs"/>
              </a:defRPr>
            </a:lvl2pPr>
            <a:lvl3pPr marL="1828754" lvl="2" indent="-457189" algn="l" defTabSz="914400" rtl="0" eaLnBrk="1" latinLnBrk="0" hangingPunct="1">
              <a:lnSpc>
                <a:spcPct val="90000"/>
              </a:lnSpc>
              <a:spcBef>
                <a:spcPts val="0"/>
              </a:spcBef>
              <a:spcAft>
                <a:spcPts val="0"/>
              </a:spcAft>
              <a:buSzPts val="1800"/>
              <a:buFont typeface="Arial" panose="020B0604020202020204" pitchFamily="34" charset="0"/>
              <a:buChar char="▸"/>
              <a:defRPr sz="2000" b="0" i="0" kern="1200">
                <a:solidFill>
                  <a:schemeClr val="tx1"/>
                </a:solidFill>
                <a:latin typeface="Helvetica Neue Thin" panose="020B0403020202020204" pitchFamily="34" charset="0"/>
                <a:ea typeface="Helvetica Neue Thin" panose="020B0403020202020204" pitchFamily="34" charset="0"/>
                <a:cs typeface="+mn-cs"/>
              </a:defRPr>
            </a:lvl3pPr>
            <a:lvl4pPr marL="2438339" lvl="3"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4pPr>
            <a:lvl5pPr marL="3047924" lvl="4"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5pPr>
            <a:lvl6pPr marL="3657509" lvl="5"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4267093" lvl="6"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4876678" lvl="7"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5486263" lvl="8"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marL="0" indent="0">
              <a:buClr>
                <a:schemeClr val="dk1"/>
              </a:buClr>
              <a:buSzPts val="1100"/>
              <a:buNone/>
            </a:pPr>
            <a:endParaRPr lang="de-CH" sz="2200" dirty="0"/>
          </a:p>
          <a:p>
            <a:pPr marL="342900" indent="-342900">
              <a:buClr>
                <a:schemeClr val="dk1"/>
              </a:buClr>
              <a:buSzPts val="1100"/>
            </a:pPr>
            <a:endParaRPr lang="de-CH" sz="2200" dirty="0"/>
          </a:p>
          <a:p>
            <a:pPr marL="342900" indent="-342900">
              <a:buClr>
                <a:schemeClr val="dk1"/>
              </a:buClr>
              <a:buSzPts val="1100"/>
            </a:pPr>
            <a:r>
              <a:rPr lang="de-CH" sz="2200" dirty="0">
                <a:solidFill>
                  <a:srgbClr val="F1AE2B"/>
                </a:solidFill>
              </a:rPr>
              <a:t>Challenge 2: </a:t>
            </a:r>
            <a:r>
              <a:rPr lang="de-CH" sz="2200" dirty="0"/>
              <a:t>Was würdet Ihr an der Stelle der KI machen? Testet es hier: </a:t>
            </a:r>
          </a:p>
          <a:p>
            <a:pPr marL="342900" indent="-342900">
              <a:buClr>
                <a:schemeClr val="dk1"/>
              </a:buClr>
              <a:buSzPts val="1100"/>
            </a:pPr>
            <a:endParaRPr lang="de-CH" sz="2200" dirty="0"/>
          </a:p>
          <a:p>
            <a:pPr marL="342900" indent="-342900">
              <a:buClr>
                <a:schemeClr val="dk1"/>
              </a:buClr>
              <a:buSzPts val="1100"/>
            </a:pPr>
            <a:r>
              <a:rPr lang="de-CH" sz="2200" dirty="0"/>
              <a:t>Geht auf diese Website: </a:t>
            </a:r>
            <a:r>
              <a:rPr lang="de-CH" sz="2200" dirty="0">
                <a:hlinkClick r:id="rId3"/>
              </a:rPr>
              <a:t>https://www.moralmachine.net/</a:t>
            </a:r>
            <a:endParaRPr lang="de-CH" sz="2200" dirty="0"/>
          </a:p>
          <a:p>
            <a:pPr marL="342900" indent="-342900">
              <a:buClr>
                <a:schemeClr val="dk1"/>
              </a:buClr>
              <a:buSzPts val="1100"/>
            </a:pPr>
            <a:endParaRPr lang="de-CH" sz="2200" dirty="0"/>
          </a:p>
          <a:p>
            <a:pPr marL="342900" indent="-342900">
              <a:buClr>
                <a:schemeClr val="dk1"/>
              </a:buClr>
              <a:buSzPts val="1100"/>
            </a:pPr>
            <a:r>
              <a:rPr lang="de-CH" sz="2200" dirty="0"/>
              <a:t>Click auf «Start </a:t>
            </a:r>
            <a:r>
              <a:rPr lang="de-CH" sz="2200" dirty="0" err="1"/>
              <a:t>Judging</a:t>
            </a:r>
            <a:r>
              <a:rPr lang="de-CH" sz="2200" dirty="0"/>
              <a:t>» oder «Beurteilung beginnen» </a:t>
            </a:r>
          </a:p>
          <a:p>
            <a:pPr marL="342900" indent="-342900">
              <a:buClr>
                <a:schemeClr val="dk1"/>
              </a:buClr>
              <a:buSzPts val="1100"/>
            </a:pPr>
            <a:endParaRPr lang="de-CH" sz="16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p:txBody>
      </p:sp>
    </p:spTree>
    <p:extLst>
      <p:ext uri="{BB962C8B-B14F-4D97-AF65-F5344CB8AC3E}">
        <p14:creationId xmlns:p14="http://schemas.microsoft.com/office/powerpoint/2010/main" val="7323146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342CD-3DB1-3A49-873D-A39567ACEF11}"/>
              </a:ext>
            </a:extLst>
          </p:cNvPr>
          <p:cNvSpPr>
            <a:spLocks noGrp="1"/>
          </p:cNvSpPr>
          <p:nvPr>
            <p:ph type="title"/>
          </p:nvPr>
        </p:nvSpPr>
        <p:spPr/>
        <p:txBody>
          <a:bodyPr>
            <a:normAutofit fontScale="90000"/>
          </a:bodyPr>
          <a:lstStyle/>
          <a:p>
            <a:r>
              <a:rPr lang="en-GB" dirty="0" err="1"/>
              <a:t>Autonomes</a:t>
            </a:r>
            <a:br>
              <a:rPr lang="en-CH" dirty="0"/>
            </a:br>
            <a:r>
              <a:rPr lang="en-CH" dirty="0">
                <a:solidFill>
                  <a:srgbClr val="F1AE2B"/>
                </a:solidFill>
              </a:rPr>
              <a:t>Fahren</a:t>
            </a:r>
          </a:p>
        </p:txBody>
      </p:sp>
      <p:sp>
        <p:nvSpPr>
          <p:cNvPr id="5" name="Rechteck 1">
            <a:extLst>
              <a:ext uri="{FF2B5EF4-FFF2-40B4-BE49-F238E27FC236}">
                <a16:creationId xmlns:a16="http://schemas.microsoft.com/office/drawing/2014/main" id="{0D66DDB4-B935-F94F-AE2E-F7658DC5EFB8}"/>
              </a:ext>
            </a:extLst>
          </p:cNvPr>
          <p:cNvSpPr/>
          <p:nvPr/>
        </p:nvSpPr>
        <p:spPr>
          <a:xfrm>
            <a:off x="776536" y="1538824"/>
            <a:ext cx="8976500" cy="646331"/>
          </a:xfrm>
          <a:prstGeom prst="rect">
            <a:avLst/>
          </a:prstGeom>
        </p:spPr>
        <p:txBody>
          <a:bodyPr wrap="square">
            <a:spAutoFit/>
          </a:bodyPr>
          <a:lstStyle/>
          <a:p>
            <a:endParaRPr lang="de-CH" dirty="0">
              <a:latin typeface="Helvetica Neue Light" panose="02000403000000020004" pitchFamily="2" charset="0"/>
              <a:ea typeface="Helvetica Neue Light" panose="02000403000000020004" pitchFamily="2" charset="0"/>
              <a:cs typeface="Arial" panose="020B0604020202020204" pitchFamily="34" charset="0"/>
            </a:endParaRPr>
          </a:p>
          <a:p>
            <a:endParaRPr lang="de-CH" dirty="0">
              <a:latin typeface="Helvetica Neue Light" panose="02000403000000020004" pitchFamily="2" charset="0"/>
              <a:ea typeface="Helvetica Neue Light" panose="02000403000000020004" pitchFamily="2" charset="0"/>
              <a:cs typeface="Arial" panose="020B0604020202020204" pitchFamily="34" charset="0"/>
            </a:endParaRPr>
          </a:p>
        </p:txBody>
      </p:sp>
      <p:sp>
        <p:nvSpPr>
          <p:cNvPr id="6" name="Google Shape;85;p16">
            <a:extLst>
              <a:ext uri="{FF2B5EF4-FFF2-40B4-BE49-F238E27FC236}">
                <a16:creationId xmlns:a16="http://schemas.microsoft.com/office/drawing/2014/main" id="{7F746CEA-802C-A34B-99F3-18901BD2593E}"/>
              </a:ext>
            </a:extLst>
          </p:cNvPr>
          <p:cNvSpPr txBox="1">
            <a:spLocks/>
          </p:cNvSpPr>
          <p:nvPr/>
        </p:nvSpPr>
        <p:spPr>
          <a:xfrm>
            <a:off x="1125899" y="2195000"/>
            <a:ext cx="9020324" cy="3664800"/>
          </a:xfrm>
          <a:prstGeom prst="rect">
            <a:avLst/>
          </a:prstGeom>
        </p:spPr>
        <p:txBody>
          <a:bodyPr spcFirstLastPara="1" vert="horz" wrap="square" lIns="121900" tIns="121900" rIns="121900" bIns="121900" rtlCol="0" anchor="t" anchorCtr="0">
            <a:noAutofit/>
          </a:bodyPr>
          <a:lstStyle>
            <a:lvl1pPr marL="609585" lvl="0" indent="-457189" algn="l" defTabSz="914400" rtl="0" eaLnBrk="1" latinLnBrk="0" hangingPunct="1">
              <a:lnSpc>
                <a:spcPct val="90000"/>
              </a:lnSpc>
              <a:spcBef>
                <a:spcPts val="800"/>
              </a:spcBef>
              <a:spcAft>
                <a:spcPts val="0"/>
              </a:spcAft>
              <a:buSzPts val="1800"/>
              <a:buFont typeface="Arial" panose="020B0604020202020204" pitchFamily="34" charset="0"/>
              <a:buChar char="▪"/>
              <a:defRPr sz="2800" b="0" i="0" kern="1200">
                <a:solidFill>
                  <a:schemeClr val="tx1"/>
                </a:solidFill>
                <a:latin typeface="Helvetica Neue Thin" panose="020B0403020202020204" pitchFamily="34" charset="0"/>
                <a:ea typeface="Helvetica Neue Thin" panose="020B0403020202020204" pitchFamily="34" charset="0"/>
                <a:cs typeface="+mn-cs"/>
              </a:defRPr>
            </a:lvl1pPr>
            <a:lvl2pPr marL="1219170" lvl="1" indent="-457189" algn="l" defTabSz="914400" rtl="0" eaLnBrk="1" latinLnBrk="0" hangingPunct="1">
              <a:lnSpc>
                <a:spcPct val="90000"/>
              </a:lnSpc>
              <a:spcBef>
                <a:spcPts val="0"/>
              </a:spcBef>
              <a:spcAft>
                <a:spcPts val="0"/>
              </a:spcAft>
              <a:buSzPts val="1800"/>
              <a:buFont typeface="Arial" panose="020B0604020202020204" pitchFamily="34" charset="0"/>
              <a:buChar char="▫"/>
              <a:defRPr sz="2400" b="0" i="0" kern="1200">
                <a:solidFill>
                  <a:schemeClr val="tx1"/>
                </a:solidFill>
                <a:latin typeface="Helvetica Neue Thin" panose="020B0403020202020204" pitchFamily="34" charset="0"/>
                <a:ea typeface="Helvetica Neue Thin" panose="020B0403020202020204" pitchFamily="34" charset="0"/>
                <a:cs typeface="+mn-cs"/>
              </a:defRPr>
            </a:lvl2pPr>
            <a:lvl3pPr marL="1828754" lvl="2" indent="-457189" algn="l" defTabSz="914400" rtl="0" eaLnBrk="1" latinLnBrk="0" hangingPunct="1">
              <a:lnSpc>
                <a:spcPct val="90000"/>
              </a:lnSpc>
              <a:spcBef>
                <a:spcPts val="0"/>
              </a:spcBef>
              <a:spcAft>
                <a:spcPts val="0"/>
              </a:spcAft>
              <a:buSzPts val="1800"/>
              <a:buFont typeface="Arial" panose="020B0604020202020204" pitchFamily="34" charset="0"/>
              <a:buChar char="▸"/>
              <a:defRPr sz="2000" b="0" i="0" kern="1200">
                <a:solidFill>
                  <a:schemeClr val="tx1"/>
                </a:solidFill>
                <a:latin typeface="Helvetica Neue Thin" panose="020B0403020202020204" pitchFamily="34" charset="0"/>
                <a:ea typeface="Helvetica Neue Thin" panose="020B0403020202020204" pitchFamily="34" charset="0"/>
                <a:cs typeface="+mn-cs"/>
              </a:defRPr>
            </a:lvl3pPr>
            <a:lvl4pPr marL="2438339" lvl="3"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4pPr>
            <a:lvl5pPr marL="3047924" lvl="4"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5pPr>
            <a:lvl6pPr marL="3657509" lvl="5"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4267093" lvl="6"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4876678" lvl="7"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5486263" lvl="8"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marL="342900" indent="-342900">
              <a:buClr>
                <a:schemeClr val="dk1"/>
              </a:buClr>
              <a:buSzPts val="1100"/>
            </a:pPr>
            <a:endParaRPr lang="de-CH" sz="22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p:txBody>
      </p:sp>
      <p:sp>
        <p:nvSpPr>
          <p:cNvPr id="7" name="Google Shape;85;p16">
            <a:extLst>
              <a:ext uri="{FF2B5EF4-FFF2-40B4-BE49-F238E27FC236}">
                <a16:creationId xmlns:a16="http://schemas.microsoft.com/office/drawing/2014/main" id="{BD7CF3E9-8355-8A40-A4FA-DCF11EC88801}"/>
              </a:ext>
            </a:extLst>
          </p:cNvPr>
          <p:cNvSpPr txBox="1">
            <a:spLocks/>
          </p:cNvSpPr>
          <p:nvPr/>
        </p:nvSpPr>
        <p:spPr>
          <a:xfrm>
            <a:off x="1125899" y="1538824"/>
            <a:ext cx="9020324" cy="3664800"/>
          </a:xfrm>
          <a:prstGeom prst="rect">
            <a:avLst/>
          </a:prstGeom>
        </p:spPr>
        <p:txBody>
          <a:bodyPr spcFirstLastPara="1" vert="horz" wrap="square" lIns="121900" tIns="121900" rIns="121900" bIns="121900" rtlCol="0" anchor="t" anchorCtr="0">
            <a:noAutofit/>
          </a:bodyPr>
          <a:lstStyle>
            <a:lvl1pPr marL="609585" lvl="0" indent="-457189" algn="l" defTabSz="914400" rtl="0" eaLnBrk="1" latinLnBrk="0" hangingPunct="1">
              <a:lnSpc>
                <a:spcPct val="90000"/>
              </a:lnSpc>
              <a:spcBef>
                <a:spcPts val="800"/>
              </a:spcBef>
              <a:spcAft>
                <a:spcPts val="0"/>
              </a:spcAft>
              <a:buSzPts val="1800"/>
              <a:buFont typeface="Arial" panose="020B0604020202020204" pitchFamily="34" charset="0"/>
              <a:buChar char="▪"/>
              <a:defRPr sz="2800" b="0" i="0" kern="1200">
                <a:solidFill>
                  <a:schemeClr val="tx1"/>
                </a:solidFill>
                <a:latin typeface="Helvetica Neue Thin" panose="020B0403020202020204" pitchFamily="34" charset="0"/>
                <a:ea typeface="Helvetica Neue Thin" panose="020B0403020202020204" pitchFamily="34" charset="0"/>
                <a:cs typeface="+mn-cs"/>
              </a:defRPr>
            </a:lvl1pPr>
            <a:lvl2pPr marL="1219170" lvl="1" indent="-457189" algn="l" defTabSz="914400" rtl="0" eaLnBrk="1" latinLnBrk="0" hangingPunct="1">
              <a:lnSpc>
                <a:spcPct val="90000"/>
              </a:lnSpc>
              <a:spcBef>
                <a:spcPts val="0"/>
              </a:spcBef>
              <a:spcAft>
                <a:spcPts val="0"/>
              </a:spcAft>
              <a:buSzPts val="1800"/>
              <a:buFont typeface="Arial" panose="020B0604020202020204" pitchFamily="34" charset="0"/>
              <a:buChar char="▫"/>
              <a:defRPr sz="2400" b="0" i="0" kern="1200">
                <a:solidFill>
                  <a:schemeClr val="tx1"/>
                </a:solidFill>
                <a:latin typeface="Helvetica Neue Thin" panose="020B0403020202020204" pitchFamily="34" charset="0"/>
                <a:ea typeface="Helvetica Neue Thin" panose="020B0403020202020204" pitchFamily="34" charset="0"/>
                <a:cs typeface="+mn-cs"/>
              </a:defRPr>
            </a:lvl2pPr>
            <a:lvl3pPr marL="1828754" lvl="2" indent="-457189" algn="l" defTabSz="914400" rtl="0" eaLnBrk="1" latinLnBrk="0" hangingPunct="1">
              <a:lnSpc>
                <a:spcPct val="90000"/>
              </a:lnSpc>
              <a:spcBef>
                <a:spcPts val="0"/>
              </a:spcBef>
              <a:spcAft>
                <a:spcPts val="0"/>
              </a:spcAft>
              <a:buSzPts val="1800"/>
              <a:buFont typeface="Arial" panose="020B0604020202020204" pitchFamily="34" charset="0"/>
              <a:buChar char="▸"/>
              <a:defRPr sz="2000" b="0" i="0" kern="1200">
                <a:solidFill>
                  <a:schemeClr val="tx1"/>
                </a:solidFill>
                <a:latin typeface="Helvetica Neue Thin" panose="020B0403020202020204" pitchFamily="34" charset="0"/>
                <a:ea typeface="Helvetica Neue Thin" panose="020B0403020202020204" pitchFamily="34" charset="0"/>
                <a:cs typeface="+mn-cs"/>
              </a:defRPr>
            </a:lvl3pPr>
            <a:lvl4pPr marL="2438339" lvl="3"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4pPr>
            <a:lvl5pPr marL="3047924" lvl="4"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5pPr>
            <a:lvl6pPr marL="3657509" lvl="5"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4267093" lvl="6"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4876678" lvl="7"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5486263" lvl="8"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marL="0" indent="0">
              <a:buClr>
                <a:schemeClr val="dk1"/>
              </a:buClr>
              <a:buSzPts val="1100"/>
              <a:buNone/>
            </a:pPr>
            <a:endParaRPr lang="de-CH" sz="2200" dirty="0"/>
          </a:p>
          <a:p>
            <a:pPr marL="342900" indent="-342900">
              <a:buClr>
                <a:schemeClr val="dk1"/>
              </a:buClr>
              <a:buSzPts val="1100"/>
            </a:pPr>
            <a:endParaRPr lang="de-CH" sz="16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p:txBody>
      </p:sp>
      <p:pic>
        <p:nvPicPr>
          <p:cNvPr id="4" name="Picture 3" descr="Graphical user interface&#10;&#10;Description automatically generated">
            <a:extLst>
              <a:ext uri="{FF2B5EF4-FFF2-40B4-BE49-F238E27FC236}">
                <a16:creationId xmlns:a16="http://schemas.microsoft.com/office/drawing/2014/main" id="{7CFA55B5-A012-EC47-95B5-3990FEB36A77}"/>
              </a:ext>
            </a:extLst>
          </p:cNvPr>
          <p:cNvPicPr>
            <a:picLocks noChangeAspect="1"/>
          </p:cNvPicPr>
          <p:nvPr/>
        </p:nvPicPr>
        <p:blipFill>
          <a:blip r:embed="rId3"/>
          <a:stretch>
            <a:fillRect/>
          </a:stretch>
        </p:blipFill>
        <p:spPr>
          <a:xfrm>
            <a:off x="2045777" y="1900467"/>
            <a:ext cx="7912100" cy="4394200"/>
          </a:xfrm>
          <a:prstGeom prst="rect">
            <a:avLst/>
          </a:prstGeom>
        </p:spPr>
      </p:pic>
    </p:spTree>
    <p:extLst>
      <p:ext uri="{BB962C8B-B14F-4D97-AF65-F5344CB8AC3E}">
        <p14:creationId xmlns:p14="http://schemas.microsoft.com/office/powerpoint/2010/main" val="31367607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BA2357F-AC56-5371-28F0-E63651C959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B2EEFA-3646-DAEE-F354-EA4257EA7BE4}"/>
              </a:ext>
            </a:extLst>
          </p:cNvPr>
          <p:cNvSpPr>
            <a:spLocks noGrp="1"/>
          </p:cNvSpPr>
          <p:nvPr>
            <p:ph type="title"/>
          </p:nvPr>
        </p:nvSpPr>
        <p:spPr/>
        <p:txBody>
          <a:bodyPr>
            <a:normAutofit fontScale="90000"/>
          </a:bodyPr>
          <a:lstStyle/>
          <a:p>
            <a:r>
              <a:rPr lang="en-GB" dirty="0" err="1"/>
              <a:t>Autonomes</a:t>
            </a:r>
            <a:br>
              <a:rPr lang="en-CH" dirty="0"/>
            </a:br>
            <a:r>
              <a:rPr lang="en-CH" dirty="0">
                <a:solidFill>
                  <a:srgbClr val="F1AE2B"/>
                </a:solidFill>
              </a:rPr>
              <a:t>Fahren</a:t>
            </a:r>
          </a:p>
        </p:txBody>
      </p:sp>
      <p:sp>
        <p:nvSpPr>
          <p:cNvPr id="5" name="Rechteck 1">
            <a:extLst>
              <a:ext uri="{FF2B5EF4-FFF2-40B4-BE49-F238E27FC236}">
                <a16:creationId xmlns:a16="http://schemas.microsoft.com/office/drawing/2014/main" id="{286343D4-89E3-F57C-65B4-844C7E191FE0}"/>
              </a:ext>
            </a:extLst>
          </p:cNvPr>
          <p:cNvSpPr/>
          <p:nvPr/>
        </p:nvSpPr>
        <p:spPr>
          <a:xfrm>
            <a:off x="776536" y="1538824"/>
            <a:ext cx="8976500" cy="646331"/>
          </a:xfrm>
          <a:prstGeom prst="rect">
            <a:avLst/>
          </a:prstGeom>
        </p:spPr>
        <p:txBody>
          <a:bodyPr wrap="square">
            <a:spAutoFit/>
          </a:bodyPr>
          <a:lstStyle/>
          <a:p>
            <a:endParaRPr lang="de-CH" dirty="0">
              <a:latin typeface="Helvetica Neue Light" panose="02000403000000020004" pitchFamily="2" charset="0"/>
              <a:ea typeface="Helvetica Neue Light" panose="02000403000000020004" pitchFamily="2" charset="0"/>
              <a:cs typeface="Arial" panose="020B0604020202020204" pitchFamily="34" charset="0"/>
            </a:endParaRPr>
          </a:p>
          <a:p>
            <a:endParaRPr lang="de-CH" dirty="0">
              <a:latin typeface="Helvetica Neue Light" panose="02000403000000020004" pitchFamily="2" charset="0"/>
              <a:ea typeface="Helvetica Neue Light" panose="02000403000000020004" pitchFamily="2" charset="0"/>
              <a:cs typeface="Arial" panose="020B0604020202020204" pitchFamily="34" charset="0"/>
            </a:endParaRPr>
          </a:p>
        </p:txBody>
      </p:sp>
      <p:sp>
        <p:nvSpPr>
          <p:cNvPr id="6" name="Google Shape;85;p16">
            <a:extLst>
              <a:ext uri="{FF2B5EF4-FFF2-40B4-BE49-F238E27FC236}">
                <a16:creationId xmlns:a16="http://schemas.microsoft.com/office/drawing/2014/main" id="{D7BEF109-3707-6F4F-418F-AD104CE9965F}"/>
              </a:ext>
            </a:extLst>
          </p:cNvPr>
          <p:cNvSpPr txBox="1">
            <a:spLocks/>
          </p:cNvSpPr>
          <p:nvPr/>
        </p:nvSpPr>
        <p:spPr>
          <a:xfrm>
            <a:off x="1125899" y="2195000"/>
            <a:ext cx="9020324" cy="3664800"/>
          </a:xfrm>
          <a:prstGeom prst="rect">
            <a:avLst/>
          </a:prstGeom>
        </p:spPr>
        <p:txBody>
          <a:bodyPr spcFirstLastPara="1" vert="horz" wrap="square" lIns="121900" tIns="121900" rIns="121900" bIns="121900" rtlCol="0" anchor="t" anchorCtr="0">
            <a:noAutofit/>
          </a:bodyPr>
          <a:lstStyle>
            <a:lvl1pPr marL="609585" lvl="0" indent="-457189" algn="l" defTabSz="914400" rtl="0" eaLnBrk="1" latinLnBrk="0" hangingPunct="1">
              <a:lnSpc>
                <a:spcPct val="90000"/>
              </a:lnSpc>
              <a:spcBef>
                <a:spcPts val="800"/>
              </a:spcBef>
              <a:spcAft>
                <a:spcPts val="0"/>
              </a:spcAft>
              <a:buSzPts val="1800"/>
              <a:buFont typeface="Arial" panose="020B0604020202020204" pitchFamily="34" charset="0"/>
              <a:buChar char="▪"/>
              <a:defRPr sz="2800" b="0" i="0" kern="1200">
                <a:solidFill>
                  <a:schemeClr val="tx1"/>
                </a:solidFill>
                <a:latin typeface="Helvetica Neue Thin" panose="020B0403020202020204" pitchFamily="34" charset="0"/>
                <a:ea typeface="Helvetica Neue Thin" panose="020B0403020202020204" pitchFamily="34" charset="0"/>
                <a:cs typeface="+mn-cs"/>
              </a:defRPr>
            </a:lvl1pPr>
            <a:lvl2pPr marL="1219170" lvl="1" indent="-457189" algn="l" defTabSz="914400" rtl="0" eaLnBrk="1" latinLnBrk="0" hangingPunct="1">
              <a:lnSpc>
                <a:spcPct val="90000"/>
              </a:lnSpc>
              <a:spcBef>
                <a:spcPts val="0"/>
              </a:spcBef>
              <a:spcAft>
                <a:spcPts val="0"/>
              </a:spcAft>
              <a:buSzPts val="1800"/>
              <a:buFont typeface="Arial" panose="020B0604020202020204" pitchFamily="34" charset="0"/>
              <a:buChar char="▫"/>
              <a:defRPr sz="2400" b="0" i="0" kern="1200">
                <a:solidFill>
                  <a:schemeClr val="tx1"/>
                </a:solidFill>
                <a:latin typeface="Helvetica Neue Thin" panose="020B0403020202020204" pitchFamily="34" charset="0"/>
                <a:ea typeface="Helvetica Neue Thin" panose="020B0403020202020204" pitchFamily="34" charset="0"/>
                <a:cs typeface="+mn-cs"/>
              </a:defRPr>
            </a:lvl2pPr>
            <a:lvl3pPr marL="1828754" lvl="2" indent="-457189" algn="l" defTabSz="914400" rtl="0" eaLnBrk="1" latinLnBrk="0" hangingPunct="1">
              <a:lnSpc>
                <a:spcPct val="90000"/>
              </a:lnSpc>
              <a:spcBef>
                <a:spcPts val="0"/>
              </a:spcBef>
              <a:spcAft>
                <a:spcPts val="0"/>
              </a:spcAft>
              <a:buSzPts val="1800"/>
              <a:buFont typeface="Arial" panose="020B0604020202020204" pitchFamily="34" charset="0"/>
              <a:buChar char="▸"/>
              <a:defRPr sz="2000" b="0" i="0" kern="1200">
                <a:solidFill>
                  <a:schemeClr val="tx1"/>
                </a:solidFill>
                <a:latin typeface="Helvetica Neue Thin" panose="020B0403020202020204" pitchFamily="34" charset="0"/>
                <a:ea typeface="Helvetica Neue Thin" panose="020B0403020202020204" pitchFamily="34" charset="0"/>
                <a:cs typeface="+mn-cs"/>
              </a:defRPr>
            </a:lvl3pPr>
            <a:lvl4pPr marL="2438339" lvl="3"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4pPr>
            <a:lvl5pPr marL="3047924" lvl="4"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5pPr>
            <a:lvl6pPr marL="3657509" lvl="5"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4267093" lvl="6"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4876678" lvl="7"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5486263" lvl="8"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marL="342900" indent="-342900">
              <a:buClr>
                <a:schemeClr val="dk1"/>
              </a:buClr>
              <a:buSzPts val="1100"/>
            </a:pPr>
            <a:endParaRPr lang="de-CH" sz="22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p:txBody>
      </p:sp>
      <p:sp>
        <p:nvSpPr>
          <p:cNvPr id="7" name="Google Shape;85;p16">
            <a:extLst>
              <a:ext uri="{FF2B5EF4-FFF2-40B4-BE49-F238E27FC236}">
                <a16:creationId xmlns:a16="http://schemas.microsoft.com/office/drawing/2014/main" id="{4C9E05C5-04E7-E9FE-90E4-49316B339900}"/>
              </a:ext>
            </a:extLst>
          </p:cNvPr>
          <p:cNvSpPr txBox="1">
            <a:spLocks/>
          </p:cNvSpPr>
          <p:nvPr/>
        </p:nvSpPr>
        <p:spPr>
          <a:xfrm>
            <a:off x="1125899" y="1538824"/>
            <a:ext cx="9020324" cy="3664800"/>
          </a:xfrm>
          <a:prstGeom prst="rect">
            <a:avLst/>
          </a:prstGeom>
        </p:spPr>
        <p:txBody>
          <a:bodyPr spcFirstLastPara="1" vert="horz" wrap="square" lIns="121900" tIns="121900" rIns="121900" bIns="121900" rtlCol="0" anchor="t" anchorCtr="0">
            <a:noAutofit/>
          </a:bodyPr>
          <a:lstStyle>
            <a:lvl1pPr marL="609585" lvl="0" indent="-457189" algn="l" defTabSz="914400" rtl="0" eaLnBrk="1" latinLnBrk="0" hangingPunct="1">
              <a:lnSpc>
                <a:spcPct val="90000"/>
              </a:lnSpc>
              <a:spcBef>
                <a:spcPts val="800"/>
              </a:spcBef>
              <a:spcAft>
                <a:spcPts val="0"/>
              </a:spcAft>
              <a:buSzPts val="1800"/>
              <a:buFont typeface="Arial" panose="020B0604020202020204" pitchFamily="34" charset="0"/>
              <a:buChar char="▪"/>
              <a:defRPr sz="2800" b="0" i="0" kern="1200">
                <a:solidFill>
                  <a:schemeClr val="tx1"/>
                </a:solidFill>
                <a:latin typeface="Helvetica Neue Thin" panose="020B0403020202020204" pitchFamily="34" charset="0"/>
                <a:ea typeface="Helvetica Neue Thin" panose="020B0403020202020204" pitchFamily="34" charset="0"/>
                <a:cs typeface="+mn-cs"/>
              </a:defRPr>
            </a:lvl1pPr>
            <a:lvl2pPr marL="1219170" lvl="1" indent="-457189" algn="l" defTabSz="914400" rtl="0" eaLnBrk="1" latinLnBrk="0" hangingPunct="1">
              <a:lnSpc>
                <a:spcPct val="90000"/>
              </a:lnSpc>
              <a:spcBef>
                <a:spcPts val="0"/>
              </a:spcBef>
              <a:spcAft>
                <a:spcPts val="0"/>
              </a:spcAft>
              <a:buSzPts val="1800"/>
              <a:buFont typeface="Arial" panose="020B0604020202020204" pitchFamily="34" charset="0"/>
              <a:buChar char="▫"/>
              <a:defRPr sz="2400" b="0" i="0" kern="1200">
                <a:solidFill>
                  <a:schemeClr val="tx1"/>
                </a:solidFill>
                <a:latin typeface="Helvetica Neue Thin" panose="020B0403020202020204" pitchFamily="34" charset="0"/>
                <a:ea typeface="Helvetica Neue Thin" panose="020B0403020202020204" pitchFamily="34" charset="0"/>
                <a:cs typeface="+mn-cs"/>
              </a:defRPr>
            </a:lvl2pPr>
            <a:lvl3pPr marL="1828754" lvl="2" indent="-457189" algn="l" defTabSz="914400" rtl="0" eaLnBrk="1" latinLnBrk="0" hangingPunct="1">
              <a:lnSpc>
                <a:spcPct val="90000"/>
              </a:lnSpc>
              <a:spcBef>
                <a:spcPts val="0"/>
              </a:spcBef>
              <a:spcAft>
                <a:spcPts val="0"/>
              </a:spcAft>
              <a:buSzPts val="1800"/>
              <a:buFont typeface="Arial" panose="020B0604020202020204" pitchFamily="34" charset="0"/>
              <a:buChar char="▸"/>
              <a:defRPr sz="2000" b="0" i="0" kern="1200">
                <a:solidFill>
                  <a:schemeClr val="tx1"/>
                </a:solidFill>
                <a:latin typeface="Helvetica Neue Thin" panose="020B0403020202020204" pitchFamily="34" charset="0"/>
                <a:ea typeface="Helvetica Neue Thin" panose="020B0403020202020204" pitchFamily="34" charset="0"/>
                <a:cs typeface="+mn-cs"/>
              </a:defRPr>
            </a:lvl3pPr>
            <a:lvl4pPr marL="2438339" lvl="3"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4pPr>
            <a:lvl5pPr marL="3047924" lvl="4"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b="0" i="0" kern="1200">
                <a:solidFill>
                  <a:schemeClr val="tx1"/>
                </a:solidFill>
                <a:latin typeface="Helvetica Neue Thin" panose="020B0403020202020204" pitchFamily="34" charset="0"/>
                <a:ea typeface="Helvetica Neue Thin" panose="020B0403020202020204" pitchFamily="34" charset="0"/>
                <a:cs typeface="+mn-cs"/>
              </a:defRPr>
            </a:lvl5pPr>
            <a:lvl6pPr marL="3657509" lvl="5"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6pPr>
            <a:lvl7pPr marL="4267093" lvl="6"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7pPr>
            <a:lvl8pPr marL="4876678" lvl="7"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8pPr>
            <a:lvl9pPr marL="5486263" lvl="8" indent="-457189" algn="l" defTabSz="914400" rtl="0" eaLnBrk="1" latinLnBrk="0" hangingPunct="1">
              <a:lnSpc>
                <a:spcPct val="90000"/>
              </a:lnSpc>
              <a:spcBef>
                <a:spcPts val="0"/>
              </a:spcBef>
              <a:spcAft>
                <a:spcPts val="0"/>
              </a:spcAft>
              <a:buSzPts val="1800"/>
              <a:buFont typeface="Arial" panose="020B0604020202020204" pitchFamily="34" charset="0"/>
              <a:buChar char="▹"/>
              <a:defRPr sz="1800" kern="1200">
                <a:solidFill>
                  <a:schemeClr val="tx1"/>
                </a:solidFill>
                <a:latin typeface="+mn-lt"/>
                <a:ea typeface="+mn-ea"/>
                <a:cs typeface="+mn-cs"/>
              </a:defRPr>
            </a:lvl9pPr>
          </a:lstStyle>
          <a:p>
            <a:pPr marL="0" indent="0">
              <a:buClr>
                <a:schemeClr val="dk1"/>
              </a:buClr>
              <a:buSzPts val="1100"/>
              <a:buNone/>
            </a:pPr>
            <a:endParaRPr lang="de-CH" sz="2200" dirty="0"/>
          </a:p>
          <a:p>
            <a:pPr marL="342900" indent="-342900">
              <a:buClr>
                <a:schemeClr val="dk1"/>
              </a:buClr>
              <a:buSzPts val="1100"/>
            </a:pPr>
            <a:endParaRPr lang="de-CH" sz="2200" dirty="0"/>
          </a:p>
          <a:p>
            <a:pPr marL="342900" indent="-342900">
              <a:buClr>
                <a:schemeClr val="dk1"/>
              </a:buClr>
              <a:buSzPts val="1100"/>
            </a:pPr>
            <a:r>
              <a:rPr lang="de-CH" sz="2200" dirty="0">
                <a:solidFill>
                  <a:srgbClr val="F1AE2B"/>
                </a:solidFill>
              </a:rPr>
              <a:t>Challenge 3: </a:t>
            </a:r>
            <a:r>
              <a:rPr lang="de-DE" sz="2200" dirty="0"/>
              <a:t>Wer ist im Falle eines Unfalls verantwortlich? die Autofirma oder der „Passagier“ im Auto,..?</a:t>
            </a:r>
          </a:p>
          <a:p>
            <a:pPr marL="342900" indent="-342900">
              <a:buClr>
                <a:schemeClr val="dk1"/>
              </a:buClr>
              <a:buSzPts val="1100"/>
            </a:pPr>
            <a:r>
              <a:rPr lang="de-DE" sz="2200" dirty="0"/>
              <a:t>Wer sollte diese Entscheidung machen?</a:t>
            </a:r>
          </a:p>
          <a:p>
            <a:pPr marL="0" indent="0">
              <a:buClr>
                <a:schemeClr val="dk1"/>
              </a:buClr>
              <a:buSzPts val="1100"/>
              <a:buNone/>
            </a:pPr>
            <a:endParaRPr lang="de-DE" sz="2200" dirty="0"/>
          </a:p>
          <a:p>
            <a:pPr marL="342900" indent="-342900">
              <a:buClr>
                <a:schemeClr val="dk1"/>
              </a:buClr>
              <a:buSzPts val="1100"/>
            </a:pPr>
            <a:r>
              <a:rPr lang="de-CH" sz="2200" dirty="0">
                <a:solidFill>
                  <a:srgbClr val="F1AE2B"/>
                </a:solidFill>
              </a:rPr>
              <a:t>Challenge 4: </a:t>
            </a:r>
            <a:r>
              <a:rPr lang="de-CH" sz="2200" dirty="0"/>
              <a:t>Moralische Entscheidungen Einstellungen für selbstfahrende Autos</a:t>
            </a:r>
          </a:p>
          <a:p>
            <a:pPr marL="0" indent="0">
              <a:buClr>
                <a:schemeClr val="dk1"/>
              </a:buClr>
              <a:buSzPts val="1100"/>
              <a:buNone/>
            </a:pPr>
            <a:endParaRPr lang="de-CH" sz="1600" dirty="0">
              <a:solidFill>
                <a:srgbClr val="000000"/>
              </a:solidFill>
            </a:endParaRPr>
          </a:p>
          <a:p>
            <a:pPr marL="304792" indent="-304792">
              <a:buClr>
                <a:schemeClr val="dk1"/>
              </a:buClr>
              <a:buSzPts val="1100"/>
              <a:buFont typeface="Arial"/>
              <a:buAutoNum type="arabicPeriod"/>
            </a:pPr>
            <a:endParaRPr lang="de-CH" sz="1600" dirty="0">
              <a:solidFill>
                <a:srgbClr val="000000"/>
              </a:solidFill>
            </a:endParaRPr>
          </a:p>
        </p:txBody>
      </p:sp>
    </p:spTree>
    <p:extLst>
      <p:ext uri="{BB962C8B-B14F-4D97-AF65-F5344CB8AC3E}">
        <p14:creationId xmlns:p14="http://schemas.microsoft.com/office/powerpoint/2010/main" val="40219499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9"/>
          <p:cNvSpPr txBox="1">
            <a:spLocks noGrp="1"/>
          </p:cNvSpPr>
          <p:nvPr>
            <p:ph type="ctrTitle" idx="4294967295"/>
          </p:nvPr>
        </p:nvSpPr>
        <p:spPr>
          <a:xfrm>
            <a:off x="1047067" y="1882600"/>
            <a:ext cx="7152467" cy="1546400"/>
          </a:xfrm>
          <a:prstGeom prst="rect">
            <a:avLst/>
          </a:prstGeom>
        </p:spPr>
        <p:txBody>
          <a:bodyPr spcFirstLastPara="1" vert="horz" wrap="square" lIns="121900" tIns="121900" rIns="121900" bIns="121900" rtlCol="0" anchor="t" anchorCtr="0">
            <a:noAutofit/>
          </a:bodyPr>
          <a:lstStyle/>
          <a:p>
            <a:pPr>
              <a:spcBef>
                <a:spcPts val="0"/>
              </a:spcBef>
            </a:pPr>
            <a:r>
              <a:rPr lang="en" sz="12800" dirty="0" err="1">
                <a:solidFill>
                  <a:srgbClr val="FFFFFF"/>
                </a:solidFill>
              </a:rPr>
              <a:t>Danke</a:t>
            </a:r>
            <a:r>
              <a:rPr lang="en" sz="12800" dirty="0">
                <a:solidFill>
                  <a:srgbClr val="FFFFFF"/>
                </a:solidFill>
              </a:rPr>
              <a:t> you</a:t>
            </a:r>
            <a:endParaRPr sz="12800" dirty="0">
              <a:solidFill>
                <a:srgbClr val="FFFFFF"/>
              </a:solidFill>
            </a:endParaRPr>
          </a:p>
        </p:txBody>
      </p:sp>
      <p:sp>
        <p:nvSpPr>
          <p:cNvPr id="330" name="Google Shape;330;p39"/>
          <p:cNvSpPr txBox="1">
            <a:spLocks noGrp="1"/>
          </p:cNvSpPr>
          <p:nvPr>
            <p:ph type="subTitle" idx="4294967295"/>
          </p:nvPr>
        </p:nvSpPr>
        <p:spPr>
          <a:xfrm>
            <a:off x="1218597" y="3604335"/>
            <a:ext cx="7127235" cy="2991200"/>
          </a:xfrm>
          <a:prstGeom prst="rect">
            <a:avLst/>
          </a:prstGeom>
        </p:spPr>
        <p:txBody>
          <a:bodyPr spcFirstLastPara="1" vert="horz" wrap="square" lIns="121900" tIns="121900" rIns="121900" bIns="121900" rtlCol="0" anchor="t" anchorCtr="0">
            <a:noAutofit/>
          </a:bodyPr>
          <a:lstStyle/>
          <a:p>
            <a:pPr marL="0" indent="0">
              <a:spcBef>
                <a:spcPts val="800"/>
              </a:spcBef>
              <a:buNone/>
            </a:pPr>
            <a:r>
              <a:rPr lang="en" sz="4800" dirty="0" err="1">
                <a:solidFill>
                  <a:srgbClr val="000000"/>
                </a:solidFill>
              </a:rPr>
              <a:t>Fragen</a:t>
            </a:r>
            <a:r>
              <a:rPr lang="en" sz="4800" dirty="0">
                <a:solidFill>
                  <a:srgbClr val="000000"/>
                </a:solidFill>
              </a:rPr>
              <a:t>?</a:t>
            </a:r>
            <a:endParaRPr sz="4800" dirty="0">
              <a:solidFill>
                <a:srgbClr val="000000"/>
              </a:solidFill>
            </a:endParaRPr>
          </a:p>
        </p:txBody>
      </p:sp>
      <p:sp>
        <p:nvSpPr>
          <p:cNvPr id="332" name="Google Shape;332;p39"/>
          <p:cNvSpPr txBox="1">
            <a:spLocks noGrp="1"/>
          </p:cNvSpPr>
          <p:nvPr>
            <p:ph type="sldNum" idx="12"/>
          </p:nvPr>
        </p:nvSpPr>
        <p:spPr>
          <a:xfrm>
            <a:off x="11307445" y="6333135"/>
            <a:ext cx="731600" cy="524800"/>
          </a:xfrm>
          <a:prstGeom prst="rect">
            <a:avLst/>
          </a:prstGeom>
        </p:spPr>
        <p:txBody>
          <a:bodyPr spcFirstLastPara="1" vert="horz" wrap="square" lIns="121900" tIns="121900" rIns="121900" bIns="121900" rtlCol="0" anchor="t" anchorCtr="0">
            <a:noAutofit/>
          </a:bodyPr>
          <a:lstStyle/>
          <a:p>
            <a:fld id="{00000000-1234-1234-1234-123412341234}" type="slidenum">
              <a:rPr lang="en"/>
              <a:pPr/>
              <a:t>26</a:t>
            </a:fld>
            <a:endParaRPr/>
          </a:p>
        </p:txBody>
      </p:sp>
    </p:spTree>
    <p:extLst>
      <p:ext uri="{BB962C8B-B14F-4D97-AF65-F5344CB8AC3E}">
        <p14:creationId xmlns:p14="http://schemas.microsoft.com/office/powerpoint/2010/main" val="9099610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f1368c5-e004-46de-8355-d376eaaabfa9">
      <Terms xmlns="http://schemas.microsoft.com/office/infopath/2007/PartnerControls"/>
    </lcf76f155ced4ddcb4097134ff3c332f>
    <TaxCatchAll xmlns="e06bf007-8b18-43d2-85f2-d361275eaa1e" xsi:nil="true"/>
    <Discountedto50CHFforGCTFamilie xmlns="df1368c5-e004-46de-8355-d376eaaabfa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88A0AF656BB1D489DB1D935AC98314A" ma:contentTypeVersion="15" ma:contentTypeDescription="Create a new document." ma:contentTypeScope="" ma:versionID="6334768c109abe6a69c5f8b77d923775">
  <xsd:schema xmlns:xsd="http://www.w3.org/2001/XMLSchema" xmlns:xs="http://www.w3.org/2001/XMLSchema" xmlns:p="http://schemas.microsoft.com/office/2006/metadata/properties" xmlns:ns2="df1368c5-e004-46de-8355-d376eaaabfa9" xmlns:ns3="e06bf007-8b18-43d2-85f2-d361275eaa1e" targetNamespace="http://schemas.microsoft.com/office/2006/metadata/properties" ma:root="true" ma:fieldsID="db4926433630280df22ff955201baec4" ns2:_="" ns3:_="">
    <xsd:import namespace="df1368c5-e004-46de-8355-d376eaaabfa9"/>
    <xsd:import namespace="e06bf007-8b18-43d2-85f2-d361275eaa1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LengthInSeconds" minOccurs="0"/>
                <xsd:element ref="ns2:MediaServiceLocation" minOccurs="0"/>
                <xsd:element ref="ns2:MediaServiceBillingMetadata" minOccurs="0"/>
                <xsd:element ref="ns2:Discountedto50CHFforGCTFamili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1368c5-e004-46de-8355-d376eaaabf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aaccb79-1a28-4cb0-bc5b-94bb6d2c2be4"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Discountedto50CHFforGCTFamilie" ma:index="22" nillable="true" ma:displayName="Notes" ma:format="Dropdown" ma:internalName="Discountedto50CHFforGCTFamili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06bf007-8b18-43d2-85f2-d361275eaa1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3b8d1dd-3c9e-4be0-a14d-d983b5c90dcf}" ma:internalName="TaxCatchAll" ma:showField="CatchAllData" ma:web="e06bf007-8b18-43d2-85f2-d361275eaa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10159C0-6908-4440-95CF-A7E3D036D1F2}">
  <ds:schemaRefs>
    <ds:schemaRef ds:uri="http://schemas.microsoft.com/office/infopath/2007/PartnerControls"/>
    <ds:schemaRef ds:uri="http://purl.org/dc/dcmitype/"/>
    <ds:schemaRef ds:uri="df1368c5-e004-46de-8355-d376eaaabfa9"/>
    <ds:schemaRef ds:uri="http://purl.org/dc/terms/"/>
    <ds:schemaRef ds:uri="http://www.w3.org/XML/1998/namespace"/>
    <ds:schemaRef ds:uri="http://schemas.microsoft.com/office/2006/documentManagement/types"/>
    <ds:schemaRef ds:uri="http://schemas.openxmlformats.org/package/2006/metadata/core-properties"/>
    <ds:schemaRef ds:uri="e06bf007-8b18-43d2-85f2-d361275eaa1e"/>
    <ds:schemaRef ds:uri="http://schemas.microsoft.com/office/2006/metadata/properties"/>
    <ds:schemaRef ds:uri="http://purl.org/dc/elements/1.1/"/>
  </ds:schemaRefs>
</ds:datastoreItem>
</file>

<file path=customXml/itemProps2.xml><?xml version="1.0" encoding="utf-8"?>
<ds:datastoreItem xmlns:ds="http://schemas.openxmlformats.org/officeDocument/2006/customXml" ds:itemID="{74CB3796-FF6F-4D8C-BAC5-0EBF75B74303}">
  <ds:schemaRefs>
    <ds:schemaRef ds:uri="http://schemas.microsoft.com/sharepoint/v3/contenttype/forms"/>
  </ds:schemaRefs>
</ds:datastoreItem>
</file>

<file path=customXml/itemProps3.xml><?xml version="1.0" encoding="utf-8"?>
<ds:datastoreItem xmlns:ds="http://schemas.openxmlformats.org/officeDocument/2006/customXml" ds:itemID="{3A91DD87-E913-444C-B30B-040A9E3B1B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f1368c5-e004-46de-8355-d376eaaabfa9"/>
    <ds:schemaRef ds:uri="e06bf007-8b18-43d2-85f2-d361275eaa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822</Words>
  <Application>Microsoft Office PowerPoint</Application>
  <PresentationFormat>Widescreen</PresentationFormat>
  <Paragraphs>108</Paragraphs>
  <Slides>26</Slides>
  <Notes>20</Notes>
  <HiddenSlides>7</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KI und die Frage der Ethik Wie können wir KI fair für alle machen?</vt:lpstr>
      <vt:lpstr>Wie Lernt eine KI?</vt:lpstr>
      <vt:lpstr>PowerPoint Presentation</vt:lpstr>
      <vt:lpstr>Teil 1: Data Privacy</vt:lpstr>
      <vt:lpstr> </vt:lpstr>
      <vt:lpstr>PowerPoint Presentation</vt:lpstr>
      <vt:lpstr>Deepfakes</vt:lpstr>
      <vt:lpstr>PowerPoint Presentation</vt:lpstr>
      <vt:lpstr>Teil 2: AI &amp; Energy</vt:lpstr>
      <vt:lpstr> AI &amp; Energy</vt:lpstr>
      <vt:lpstr> AI &amp; Energy</vt:lpstr>
      <vt:lpstr>Teil 3: AI &amp; Security</vt:lpstr>
      <vt:lpstr>Chatbots</vt:lpstr>
      <vt:lpstr>PowerPoint Presentation</vt:lpstr>
      <vt:lpstr>PowerPoint Presentation</vt:lpstr>
      <vt:lpstr>PowerPoint Presentation</vt:lpstr>
      <vt:lpstr>PowerPoint Presentation</vt:lpstr>
      <vt:lpstr>Lass uns einen Chatbot hacken!</vt:lpstr>
      <vt:lpstr>Teil 4: Autonomes Fahren</vt:lpstr>
      <vt:lpstr>Autonomes Fahren</vt:lpstr>
      <vt:lpstr>Autonomes Fahren</vt:lpstr>
      <vt:lpstr>Autonomes Fahren</vt:lpstr>
      <vt:lpstr>Autonomes Fahren</vt:lpstr>
      <vt:lpstr>Autonomes Fahren</vt:lpstr>
      <vt:lpstr>Autonomes Fahren</vt:lpstr>
      <vt:lpstr>Danke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NFS – Project 3 – Simulation Risk analysis study proposed by the EPFL Safety Competence Center Group 1</dc:title>
  <dc:creator>David Cleres</dc:creator>
  <cp:lastModifiedBy>Céline Ziegler</cp:lastModifiedBy>
  <cp:revision>129</cp:revision>
  <cp:lastPrinted>2018-12-11T09:15:21Z</cp:lastPrinted>
  <dcterms:created xsi:type="dcterms:W3CDTF">2018-12-10T21:04:41Z</dcterms:created>
  <dcterms:modified xsi:type="dcterms:W3CDTF">2026-09-20T20:20:02Z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0x010100E88A0AF656BB1D489DB1D935AC98314A</vt:lpwstr>
  </property>
  <property fmtid="{D5CDD505-2E9C-101B-9397-08002B2CF9AE}" pid="3" name="MediaServiceImageTags">
    <vt:lpwstr/>
  </property>
</Properties>
</file>